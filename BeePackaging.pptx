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322EC-4B1C-1092-2443-98968540894A}" v="26" dt="2026-06-15T03:47:17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e uba" userId="a982167ce8c62198" providerId="Windows Live" clId="Web-{163298D9-606F-6416-F458-88F6BF1E14F8}"/>
    <pc:docChg chg="addSld modSld">
      <pc:chgData name="gene uba" userId="a982167ce8c62198" providerId="Windows Live" clId="Web-{163298D9-606F-6416-F458-88F6BF1E14F8}" dt="2026-06-03T03:44:54.447" v="576" actId="20577"/>
      <pc:docMkLst>
        <pc:docMk/>
      </pc:docMkLst>
      <pc:sldChg chg="addSp delSp modSp">
        <pc:chgData name="gene uba" userId="a982167ce8c62198" providerId="Windows Live" clId="Web-{163298D9-606F-6416-F458-88F6BF1E14F8}" dt="2026-05-31T16:13:13.975" v="355"/>
        <pc:sldMkLst>
          <pc:docMk/>
          <pc:sldMk cId="32981385" sldId="257"/>
        </pc:sldMkLst>
        <pc:spChg chg="mod">
          <ac:chgData name="gene uba" userId="a982167ce8c62198" providerId="Windows Live" clId="Web-{163298D9-606F-6416-F458-88F6BF1E14F8}" dt="2026-05-31T16:13:13.959" v="346"/>
          <ac:spMkLst>
            <pc:docMk/>
            <pc:sldMk cId="32981385" sldId="257"/>
            <ac:spMk id="4" creationId="{33511B7C-CBB2-0245-F1DD-064464C7C00E}"/>
          </ac:spMkLst>
        </pc:spChg>
        <pc:spChg chg="mod">
          <ac:chgData name="gene uba" userId="a982167ce8c62198" providerId="Windows Live" clId="Web-{163298D9-606F-6416-F458-88F6BF1E14F8}" dt="2026-05-31T16:13:13.959" v="347"/>
          <ac:spMkLst>
            <pc:docMk/>
            <pc:sldMk cId="32981385" sldId="257"/>
            <ac:spMk id="6" creationId="{4A3D0A34-C71D-3A17-C7B9-5122209B2103}"/>
          </ac:spMkLst>
        </pc:spChg>
        <pc:spChg chg="mod">
          <ac:chgData name="gene uba" userId="a982167ce8c62198" providerId="Windows Live" clId="Web-{163298D9-606F-6416-F458-88F6BF1E14F8}" dt="2026-05-31T16:13:13.959" v="344"/>
          <ac:spMkLst>
            <pc:docMk/>
            <pc:sldMk cId="32981385" sldId="257"/>
            <ac:spMk id="11" creationId="{7CBC08F4-7179-1522-0142-FC2B79FD0FAE}"/>
          </ac:spMkLst>
        </pc:spChg>
        <pc:spChg chg="mod">
          <ac:chgData name="gene uba" userId="a982167ce8c62198" providerId="Windows Live" clId="Web-{163298D9-606F-6416-F458-88F6BF1E14F8}" dt="2026-05-31T16:13:13.959" v="345"/>
          <ac:spMkLst>
            <pc:docMk/>
            <pc:sldMk cId="32981385" sldId="257"/>
            <ac:spMk id="13" creationId="{6CC3EDB6-0A31-5785-B75C-71C3535EBC73}"/>
          </ac:spMkLst>
        </pc:spChg>
        <pc:spChg chg="mod">
          <ac:chgData name="gene uba" userId="a982167ce8c62198" providerId="Windows Live" clId="Web-{163298D9-606F-6416-F458-88F6BF1E14F8}" dt="2026-05-31T16:13:13.959" v="348"/>
          <ac:spMkLst>
            <pc:docMk/>
            <pc:sldMk cId="32981385" sldId="257"/>
            <ac:spMk id="19" creationId="{0D73B61B-D633-B8E9-4300-4AC7F89F52A0}"/>
          </ac:spMkLst>
        </pc:spChg>
        <pc:spChg chg="mod">
          <ac:chgData name="gene uba" userId="a982167ce8c62198" providerId="Windows Live" clId="Web-{163298D9-606F-6416-F458-88F6BF1E14F8}" dt="2026-05-31T16:13:13.975" v="349"/>
          <ac:spMkLst>
            <pc:docMk/>
            <pc:sldMk cId="32981385" sldId="257"/>
            <ac:spMk id="20" creationId="{A9E59382-501D-3B9A-DBB8-E9FA920D27B6}"/>
          </ac:spMkLst>
        </pc:spChg>
        <pc:spChg chg="mod">
          <ac:chgData name="gene uba" userId="a982167ce8c62198" providerId="Windows Live" clId="Web-{163298D9-606F-6416-F458-88F6BF1E14F8}" dt="2026-05-31T16:13:13.975" v="350"/>
          <ac:spMkLst>
            <pc:docMk/>
            <pc:sldMk cId="32981385" sldId="257"/>
            <ac:spMk id="24" creationId="{CE1F926C-6210-40A9-3277-F03B9FA6AF40}"/>
          </ac:spMkLst>
        </pc:spChg>
        <pc:spChg chg="mod">
          <ac:chgData name="gene uba" userId="a982167ce8c62198" providerId="Windows Live" clId="Web-{163298D9-606F-6416-F458-88F6BF1E14F8}" dt="2026-05-31T16:13:13.975" v="351"/>
          <ac:spMkLst>
            <pc:docMk/>
            <pc:sldMk cId="32981385" sldId="257"/>
            <ac:spMk id="25" creationId="{D4E4F7A2-B34A-78C3-AA3C-245A9F1038D4}"/>
          </ac:spMkLst>
        </pc:spChg>
        <pc:spChg chg="mod">
          <ac:chgData name="gene uba" userId="a982167ce8c62198" providerId="Windows Live" clId="Web-{163298D9-606F-6416-F458-88F6BF1E14F8}" dt="2026-05-31T16:13:13.975" v="352"/>
          <ac:spMkLst>
            <pc:docMk/>
            <pc:sldMk cId="32981385" sldId="257"/>
            <ac:spMk id="30" creationId="{AAB28018-A81A-676A-8308-7116B98237FA}"/>
          </ac:spMkLst>
        </pc:spChg>
        <pc:spChg chg="mod">
          <ac:chgData name="gene uba" userId="a982167ce8c62198" providerId="Windows Live" clId="Web-{163298D9-606F-6416-F458-88F6BF1E14F8}" dt="2026-05-31T16:13:13.975" v="353"/>
          <ac:spMkLst>
            <pc:docMk/>
            <pc:sldMk cId="32981385" sldId="257"/>
            <ac:spMk id="31" creationId="{9C7D0641-291E-034F-8E59-B046836E47E0}"/>
          </ac:spMkLst>
        </pc:spChg>
        <pc:spChg chg="mod">
          <ac:chgData name="gene uba" userId="a982167ce8c62198" providerId="Windows Live" clId="Web-{163298D9-606F-6416-F458-88F6BF1E14F8}" dt="2026-05-31T16:13:13.975" v="354"/>
          <ac:spMkLst>
            <pc:docMk/>
            <pc:sldMk cId="32981385" sldId="257"/>
            <ac:spMk id="34" creationId="{EF879839-5A4E-4E72-8A07-B65DB5726E52}"/>
          </ac:spMkLst>
        </pc:spChg>
        <pc:spChg chg="mod">
          <ac:chgData name="gene uba" userId="a982167ce8c62198" providerId="Windows Live" clId="Web-{163298D9-606F-6416-F458-88F6BF1E14F8}" dt="2026-05-31T16:13:13.975" v="355"/>
          <ac:spMkLst>
            <pc:docMk/>
            <pc:sldMk cId="32981385" sldId="257"/>
            <ac:spMk id="35" creationId="{5C19EC53-2F84-FEF7-F0C0-39CFCDE391E7}"/>
          </ac:spMkLst>
        </pc:spChg>
        <pc:grpChg chg="add del">
          <ac:chgData name="gene uba" userId="a982167ce8c62198" providerId="Windows Live" clId="Web-{163298D9-606F-6416-F458-88F6BF1E14F8}" dt="2026-05-31T05:40:03.439" v="18"/>
          <ac:grpSpMkLst>
            <pc:docMk/>
            <pc:sldMk cId="32981385" sldId="257"/>
            <ac:grpSpMk id="9" creationId="{8961A5D5-C6AE-29DB-6917-0B430107DA93}"/>
          </ac:grpSpMkLst>
        </pc:grpChg>
        <pc:grpChg chg="add mod">
          <ac:chgData name="gene uba" userId="a982167ce8c62198" providerId="Windows Live" clId="Web-{163298D9-606F-6416-F458-88F6BF1E14F8}" dt="2026-05-31T15:20:26.125" v="173" actId="1076"/>
          <ac:grpSpMkLst>
            <pc:docMk/>
            <pc:sldMk cId="32981385" sldId="257"/>
            <ac:grpSpMk id="10" creationId="{6D780A31-DC1D-0A71-5FA1-051C6E188AA8}"/>
          </ac:grpSpMkLst>
        </pc:grpChg>
        <pc:grpChg chg="add mod">
          <ac:chgData name="gene uba" userId="a982167ce8c62198" providerId="Windows Live" clId="Web-{163298D9-606F-6416-F458-88F6BF1E14F8}" dt="2026-05-31T15:19:58.390" v="163" actId="1076"/>
          <ac:grpSpMkLst>
            <pc:docMk/>
            <pc:sldMk cId="32981385" sldId="257"/>
            <ac:grpSpMk id="15" creationId="{C5444E16-4A35-7B46-7E77-F72DF2E25C7F}"/>
          </ac:grpSpMkLst>
        </pc:grpChg>
        <pc:grpChg chg="add mod">
          <ac:chgData name="gene uba" userId="a982167ce8c62198" providerId="Windows Live" clId="Web-{163298D9-606F-6416-F458-88F6BF1E14F8}" dt="2026-05-31T15:19:58.406" v="164" actId="1076"/>
          <ac:grpSpMkLst>
            <pc:docMk/>
            <pc:sldMk cId="32981385" sldId="257"/>
            <ac:grpSpMk id="16" creationId="{93C6226F-BF10-B1B1-DC01-26EC750ED358}"/>
          </ac:grpSpMkLst>
        </pc:grpChg>
        <pc:grpChg chg="mod topLvl">
          <ac:chgData name="gene uba" userId="a982167ce8c62198" providerId="Windows Live" clId="Web-{163298D9-606F-6416-F458-88F6BF1E14F8}" dt="2026-05-31T05:46:47.879" v="66" actId="1076"/>
          <ac:grpSpMkLst>
            <pc:docMk/>
            <pc:sldMk cId="32981385" sldId="257"/>
            <ac:grpSpMk id="22" creationId="{E780C39B-DDB4-1889-D70C-1C235DBEE107}"/>
          </ac:grpSpMkLst>
        </pc:grpChg>
        <pc:grpChg chg="mod topLvl">
          <ac:chgData name="gene uba" userId="a982167ce8c62198" providerId="Windows Live" clId="Web-{163298D9-606F-6416-F458-88F6BF1E14F8}" dt="2026-05-31T15:19:58.453" v="168" actId="1076"/>
          <ac:grpSpMkLst>
            <pc:docMk/>
            <pc:sldMk cId="32981385" sldId="257"/>
            <ac:grpSpMk id="27" creationId="{C341DCA5-1690-1127-2A19-D65EEE902D56}"/>
          </ac:grpSpMkLst>
        </pc:grpChg>
        <pc:grpChg chg="mod topLvl">
          <ac:chgData name="gene uba" userId="a982167ce8c62198" providerId="Windows Live" clId="Web-{163298D9-606F-6416-F458-88F6BF1E14F8}" dt="2026-05-31T15:19:58.437" v="166" actId="1076"/>
          <ac:grpSpMkLst>
            <pc:docMk/>
            <pc:sldMk cId="32981385" sldId="257"/>
            <ac:grpSpMk id="28" creationId="{61C69789-5B64-23F3-6824-51FC07AC80F3}"/>
          </ac:grpSpMkLst>
        </pc:grpChg>
        <pc:grpChg chg="add mod">
          <ac:chgData name="gene uba" userId="a982167ce8c62198" providerId="Windows Live" clId="Web-{163298D9-606F-6416-F458-88F6BF1E14F8}" dt="2026-05-31T15:19:58.421" v="165" actId="1076"/>
          <ac:grpSpMkLst>
            <pc:docMk/>
            <pc:sldMk cId="32981385" sldId="257"/>
            <ac:grpSpMk id="32" creationId="{A6C02E42-44BC-5624-2D20-726B41949E93}"/>
          </ac:grpSpMkLst>
        </pc:grpChg>
        <pc:grpChg chg="add">
          <ac:chgData name="gene uba" userId="a982167ce8c62198" providerId="Windows Live" clId="Web-{163298D9-606F-6416-F458-88F6BF1E14F8}" dt="2026-05-31T15:20:53.890" v="174"/>
          <ac:grpSpMkLst>
            <pc:docMk/>
            <pc:sldMk cId="32981385" sldId="257"/>
            <ac:grpSpMk id="37" creationId="{20600F79-6ABB-2D18-D7E9-ED7D27B1DA66}"/>
          </ac:grpSpMkLst>
        </pc:grpChg>
        <pc:grpChg chg="add mod">
          <ac:chgData name="gene uba" userId="a982167ce8c62198" providerId="Windows Live" clId="Web-{163298D9-606F-6416-F458-88F6BF1E14F8}" dt="2026-05-31T16:13:12.100" v="343" actId="1076"/>
          <ac:grpSpMkLst>
            <pc:docMk/>
            <pc:sldMk cId="32981385" sldId="257"/>
            <ac:grpSpMk id="38" creationId="{DA760636-8FB3-A9FE-0A11-C5754EA504B8}"/>
          </ac:grpSpMkLst>
        </pc:grpChg>
        <pc:picChg chg="mod">
          <ac:chgData name="gene uba" userId="a982167ce8c62198" providerId="Windows Live" clId="Web-{163298D9-606F-6416-F458-88F6BF1E14F8}" dt="2026-05-31T05:38:15.736" v="11"/>
          <ac:picMkLst>
            <pc:docMk/>
            <pc:sldMk cId="32981385" sldId="257"/>
            <ac:picMk id="12" creationId="{B1B8B15C-2EE8-06E1-0746-8E8EA326A4E7}"/>
          </ac:picMkLst>
        </pc:picChg>
        <pc:picChg chg="add mod">
          <ac:chgData name="gene uba" userId="a982167ce8c62198" providerId="Windows Live" clId="Web-{163298D9-606F-6416-F458-88F6BF1E14F8}" dt="2026-05-31T05:41:05.440" v="28" actId="1076"/>
          <ac:picMkLst>
            <pc:docMk/>
            <pc:sldMk cId="32981385" sldId="257"/>
            <ac:picMk id="14" creationId="{8F478CC3-9FBF-8BE9-B028-D698591D5E08}"/>
          </ac:picMkLst>
        </pc:picChg>
        <pc:picChg chg="mod">
          <ac:chgData name="gene uba" userId="a982167ce8c62198" providerId="Windows Live" clId="Web-{163298D9-606F-6416-F458-88F6BF1E14F8}" dt="2026-05-31T05:42:53.924" v="38" actId="1076"/>
          <ac:picMkLst>
            <pc:docMk/>
            <pc:sldMk cId="32981385" sldId="257"/>
            <ac:picMk id="18" creationId="{904953DE-3FE2-08A3-09BD-84CAF261CBCE}"/>
          </ac:picMkLst>
        </pc:picChg>
        <pc:picChg chg="add mod">
          <ac:chgData name="gene uba" userId="a982167ce8c62198" providerId="Windows Live" clId="Web-{163298D9-606F-6416-F458-88F6BF1E14F8}" dt="2026-05-31T05:54:00.412" v="86" actId="14100"/>
          <ac:picMkLst>
            <pc:docMk/>
            <pc:sldMk cId="32981385" sldId="257"/>
            <ac:picMk id="26" creationId="{4867DBA5-6E57-3D74-991D-FF8632FD0A51}"/>
          </ac:picMkLst>
        </pc:picChg>
        <pc:picChg chg="add mod">
          <ac:chgData name="gene uba" userId="a982167ce8c62198" providerId="Windows Live" clId="Web-{163298D9-606F-6416-F458-88F6BF1E14F8}" dt="2026-05-31T15:19:58.453" v="167" actId="1076"/>
          <ac:picMkLst>
            <pc:docMk/>
            <pc:sldMk cId="32981385" sldId="257"/>
            <ac:picMk id="33" creationId="{61CA380C-59D9-F211-52AF-5306FDFE6BB7}"/>
          </ac:picMkLst>
        </pc:picChg>
        <pc:picChg chg="add mod">
          <ac:chgData name="gene uba" userId="a982167ce8c62198" providerId="Windows Live" clId="Web-{163298D9-606F-6416-F458-88F6BF1E14F8}" dt="2026-05-31T15:22:29.641" v="196" actId="1076"/>
          <ac:picMkLst>
            <pc:docMk/>
            <pc:sldMk cId="32981385" sldId="257"/>
            <ac:picMk id="36" creationId="{DA9E1118-9430-677F-768E-472EFBFEA1D2}"/>
          </ac:picMkLst>
        </pc:picChg>
      </pc:sldChg>
      <pc:sldChg chg="addSp delSp modSp add replId">
        <pc:chgData name="gene uba" userId="a982167ce8c62198" providerId="Windows Live" clId="Web-{163298D9-606F-6416-F458-88F6BF1E14F8}" dt="2026-05-31T15:44:41.846" v="342" actId="1076"/>
        <pc:sldMkLst>
          <pc:docMk/>
          <pc:sldMk cId="4271728726" sldId="258"/>
        </pc:sldMkLst>
        <pc:spChg chg="add mod">
          <ac:chgData name="gene uba" userId="a982167ce8c62198" providerId="Windows Live" clId="Web-{163298D9-606F-6416-F458-88F6BF1E14F8}" dt="2026-05-31T15:26:56.658" v="266"/>
          <ac:spMkLst>
            <pc:docMk/>
            <pc:sldMk cId="4271728726" sldId="258"/>
            <ac:spMk id="2" creationId="{D8878446-1348-44C9-C0E8-630ABC7A2B03}"/>
          </ac:spMkLst>
        </pc:spChg>
        <pc:spChg chg="add mod topLvl">
          <ac:chgData name="gene uba" userId="a982167ce8c62198" providerId="Windows Live" clId="Web-{163298D9-606F-6416-F458-88F6BF1E14F8}" dt="2026-05-31T15:44:02.596" v="337" actId="1076"/>
          <ac:spMkLst>
            <pc:docMk/>
            <pc:sldMk cId="4271728726" sldId="258"/>
            <ac:spMk id="3" creationId="{2DF525E4-7924-3292-3833-8BC7E75927B2}"/>
          </ac:spMkLst>
        </pc:spChg>
        <pc:spChg chg="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4" creationId="{DCADFE39-734B-8C58-5CB7-2E18A5A57E28}"/>
          </ac:spMkLst>
        </pc:spChg>
        <pc:spChg chg="add mod 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5" creationId="{1D44C4E4-139D-800D-C6B6-FB9C29EC6E43}"/>
          </ac:spMkLst>
        </pc:spChg>
        <pc:spChg chg="add mod 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7" creationId="{6FFCE798-A5E5-1350-6487-32B95E7437B7}"/>
          </ac:spMkLst>
        </pc:spChg>
        <pc:spChg chg="add mod 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8" creationId="{39B678F8-5C56-3ED0-8CE2-643972C5A679}"/>
          </ac:spMkLst>
        </pc:spChg>
        <pc:spChg chg="topLvl">
          <ac:chgData name="gene uba" userId="a982167ce8c62198" providerId="Windows Live" clId="Web-{163298D9-606F-6416-F458-88F6BF1E14F8}" dt="2026-05-31T15:30:19.581" v="305"/>
          <ac:spMkLst>
            <pc:docMk/>
            <pc:sldMk cId="4271728726" sldId="258"/>
            <ac:spMk id="11" creationId="{63F76FF4-52BE-3A27-54A8-5AD544B6379B}"/>
          </ac:spMkLst>
        </pc:spChg>
        <pc:spChg chg="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19" creationId="{562B2C87-BC7E-564C-6829-B4ABAE0ABB99}"/>
          </ac:spMkLst>
        </pc:spChg>
        <pc:spChg chg="add mod 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21" creationId="{8429163A-A025-A018-CB48-434A1876C999}"/>
          </ac:spMkLst>
        </pc:spChg>
        <pc:spChg chg="add mod">
          <ac:chgData name="gene uba" userId="a982167ce8c62198" providerId="Windows Live" clId="Web-{163298D9-606F-6416-F458-88F6BF1E14F8}" dt="2026-05-31T15:31:02.768" v="318" actId="1076"/>
          <ac:spMkLst>
            <pc:docMk/>
            <pc:sldMk cId="4271728726" sldId="258"/>
            <ac:spMk id="23" creationId="{846FEA41-CB17-1B81-5561-FBE60012B509}"/>
          </ac:spMkLst>
        </pc:spChg>
        <pc:spChg chg="topLvl">
          <ac:chgData name="gene uba" userId="a982167ce8c62198" providerId="Windows Live" clId="Web-{163298D9-606F-6416-F458-88F6BF1E14F8}" dt="2026-05-31T15:30:26.659" v="308"/>
          <ac:spMkLst>
            <pc:docMk/>
            <pc:sldMk cId="4271728726" sldId="258"/>
            <ac:spMk id="24" creationId="{11CB6AD5-D022-6093-A338-009B1036FFBF}"/>
          </ac:spMkLst>
        </pc:spChg>
        <pc:spChg chg="add mod 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29" creationId="{A801D334-2456-AA17-371B-01CBBD0CC624}"/>
          </ac:spMkLst>
        </pc:spChg>
        <pc:spChg chg="mod">
          <ac:chgData name="gene uba" userId="a982167ce8c62198" providerId="Windows Live" clId="Web-{163298D9-606F-6416-F458-88F6BF1E14F8}" dt="2026-05-31T15:29:47.580" v="294" actId="20577"/>
          <ac:spMkLst>
            <pc:docMk/>
            <pc:sldMk cId="4271728726" sldId="258"/>
            <ac:spMk id="31" creationId="{21E0F330-2447-ECEF-9C0E-5279EFFF6250}"/>
          </ac:spMkLst>
        </pc:spChg>
        <pc:spChg chg="mod">
          <ac:chgData name="gene uba" userId="a982167ce8c62198" providerId="Windows Live" clId="Web-{163298D9-606F-6416-F458-88F6BF1E14F8}" dt="2026-05-31T15:29:20.158" v="284" actId="20577"/>
          <ac:spMkLst>
            <pc:docMk/>
            <pc:sldMk cId="4271728726" sldId="258"/>
            <ac:spMk id="35" creationId="{C173C089-0C12-27A6-1915-769E5809A552}"/>
          </ac:spMkLst>
        </pc:spChg>
        <pc:spChg chg="add mod 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38" creationId="{478A56C0-B4CD-BD61-1490-12318C2107E9}"/>
          </ac:spMkLst>
        </pc:spChg>
        <pc:spChg chg="add mod topLvl">
          <ac:chgData name="gene uba" userId="a982167ce8c62198" providerId="Windows Live" clId="Web-{163298D9-606F-6416-F458-88F6BF1E14F8}" dt="2026-05-31T15:43:45.721" v="334"/>
          <ac:spMkLst>
            <pc:docMk/>
            <pc:sldMk cId="4271728726" sldId="258"/>
            <ac:spMk id="39" creationId="{176EABB4-A9A1-8807-D446-7803E7C7282E}"/>
          </ac:spMkLst>
        </pc:spChg>
        <pc:spChg chg="add mod">
          <ac:chgData name="gene uba" userId="a982167ce8c62198" providerId="Windows Live" clId="Web-{163298D9-606F-6416-F458-88F6BF1E14F8}" dt="2026-05-31T15:31:19.659" v="326" actId="1076"/>
          <ac:spMkLst>
            <pc:docMk/>
            <pc:sldMk cId="4271728726" sldId="258"/>
            <ac:spMk id="40" creationId="{51C2A670-39EB-7399-17D3-CDE2EA1E44E0}"/>
          </ac:spMkLst>
        </pc:spChg>
        <pc:grpChg chg="topLvl">
          <ac:chgData name="gene uba" userId="a982167ce8c62198" providerId="Windows Live" clId="Web-{163298D9-606F-6416-F458-88F6BF1E14F8}" dt="2026-05-31T15:24:51.079" v="231"/>
          <ac:grpSpMkLst>
            <pc:docMk/>
            <pc:sldMk cId="4271728726" sldId="258"/>
            <ac:grpSpMk id="27" creationId="{BB7FB506-6387-F83B-CA1F-60B71C707043}"/>
          </ac:grpSpMkLst>
        </pc:grpChg>
        <pc:grpChg chg="add mod">
          <ac:chgData name="gene uba" userId="a982167ce8c62198" providerId="Windows Live" clId="Web-{163298D9-606F-6416-F458-88F6BF1E14F8}" dt="2026-05-31T15:44:41.846" v="342" actId="1076"/>
          <ac:grpSpMkLst>
            <pc:docMk/>
            <pc:sldMk cId="4271728726" sldId="258"/>
            <ac:grpSpMk id="42" creationId="{A6E0A54D-7090-23BC-B03F-71755E75F5BC}"/>
          </ac:grpSpMkLst>
        </pc:grpChg>
      </pc:sldChg>
      <pc:sldChg chg="addSp delSp modSp add replId">
        <pc:chgData name="gene uba" userId="a982167ce8c62198" providerId="Windows Live" clId="Web-{163298D9-606F-6416-F458-88F6BF1E14F8}" dt="2026-06-01T05:46:53.735" v="455" actId="1076"/>
        <pc:sldMkLst>
          <pc:docMk/>
          <pc:sldMk cId="1131077775" sldId="259"/>
        </pc:sldMkLst>
        <pc:spChg chg="mod">
          <ac:chgData name="gene uba" userId="a982167ce8c62198" providerId="Windows Live" clId="Web-{163298D9-606F-6416-F458-88F6BF1E14F8}" dt="2026-06-01T05:46:09.344" v="451" actId="1076"/>
          <ac:spMkLst>
            <pc:docMk/>
            <pc:sldMk cId="1131077775" sldId="259"/>
            <ac:spMk id="13" creationId="{1EB470AF-7241-1A96-F82A-3B4301251FDE}"/>
          </ac:spMkLst>
        </pc:spChg>
        <pc:spChg chg="mod">
          <ac:chgData name="gene uba" userId="a982167ce8c62198" providerId="Windows Live" clId="Web-{163298D9-606F-6416-F458-88F6BF1E14F8}" dt="2026-06-01T05:39:02.593" v="419" actId="1076"/>
          <ac:spMkLst>
            <pc:docMk/>
            <pc:sldMk cId="1131077775" sldId="259"/>
            <ac:spMk id="24" creationId="{7DDFA975-CBDD-27DE-FE72-24085932D55B}"/>
          </ac:spMkLst>
        </pc:spChg>
        <pc:spChg chg="mod">
          <ac:chgData name="gene uba" userId="a982167ce8c62198" providerId="Windows Live" clId="Web-{163298D9-606F-6416-F458-88F6BF1E14F8}" dt="2026-06-01T05:45:56.172" v="447" actId="20577"/>
          <ac:spMkLst>
            <pc:docMk/>
            <pc:sldMk cId="1131077775" sldId="259"/>
            <ac:spMk id="25" creationId="{EC19A271-2CCC-24BD-FD86-1B81A049685A}"/>
          </ac:spMkLst>
        </pc:spChg>
        <pc:spChg chg="mod">
          <ac:chgData name="gene uba" userId="a982167ce8c62198" providerId="Windows Live" clId="Web-{163298D9-606F-6416-F458-88F6BF1E14F8}" dt="2026-06-01T05:42:19.250" v="430" actId="14100"/>
          <ac:spMkLst>
            <pc:docMk/>
            <pc:sldMk cId="1131077775" sldId="259"/>
            <ac:spMk id="30" creationId="{3DBBFDEA-3912-740A-1D91-FD35DA22E74B}"/>
          </ac:spMkLst>
        </pc:spChg>
        <pc:spChg chg="mod">
          <ac:chgData name="gene uba" userId="a982167ce8c62198" providerId="Windows Live" clId="Web-{163298D9-606F-6416-F458-88F6BF1E14F8}" dt="2026-06-01T05:46:17.954" v="453" actId="20577"/>
          <ac:spMkLst>
            <pc:docMk/>
            <pc:sldMk cId="1131077775" sldId="259"/>
            <ac:spMk id="31" creationId="{A302CC8E-25A8-EC68-8950-7F4C4076A53D}"/>
          </ac:spMkLst>
        </pc:spChg>
        <pc:grpChg chg="add mod">
          <ac:chgData name="gene uba" userId="a982167ce8c62198" providerId="Windows Live" clId="Web-{163298D9-606F-6416-F458-88F6BF1E14F8}" dt="2026-06-01T05:45:01.250" v="444" actId="1076"/>
          <ac:grpSpMkLst>
            <pc:docMk/>
            <pc:sldMk cId="1131077775" sldId="259"/>
            <ac:grpSpMk id="5" creationId="{8DA6E94A-3295-798A-E481-A6FF8413EAFA}"/>
          </ac:grpSpMkLst>
        </pc:grpChg>
        <pc:grpChg chg="add mod">
          <ac:chgData name="gene uba" userId="a982167ce8c62198" providerId="Windows Live" clId="Web-{163298D9-606F-6416-F458-88F6BF1E14F8}" dt="2026-06-01T05:46:49.641" v="454" actId="1076"/>
          <ac:grpSpMkLst>
            <pc:docMk/>
            <pc:sldMk cId="1131077775" sldId="259"/>
            <ac:grpSpMk id="7" creationId="{B6E3396B-1868-0A0B-DF42-2BDEC4DB2F5F}"/>
          </ac:grpSpMkLst>
        </pc:grpChg>
        <pc:grpChg chg="mod topLvl">
          <ac:chgData name="gene uba" userId="a982167ce8c62198" providerId="Windows Live" clId="Web-{163298D9-606F-6416-F458-88F6BF1E14F8}" dt="2026-06-01T05:42:54.265" v="434" actId="14100"/>
          <ac:grpSpMkLst>
            <pc:docMk/>
            <pc:sldMk cId="1131077775" sldId="259"/>
            <ac:grpSpMk id="10" creationId="{18E8F998-19E6-B433-1AB8-D622D1C90F6C}"/>
          </ac:grpSpMkLst>
        </pc:grpChg>
        <pc:grpChg chg="mod topLvl">
          <ac:chgData name="gene uba" userId="a982167ce8c62198" providerId="Windows Live" clId="Web-{163298D9-606F-6416-F458-88F6BF1E14F8}" dt="2026-06-01T05:46:53.735" v="455" actId="1076"/>
          <ac:grpSpMkLst>
            <pc:docMk/>
            <pc:sldMk cId="1131077775" sldId="259"/>
            <ac:grpSpMk id="16" creationId="{C8E8FFEF-0383-D2C5-9126-6091272BC1D6}"/>
          </ac:grpSpMkLst>
        </pc:grpChg>
        <pc:grpChg chg="mod topLvl">
          <ac:chgData name="gene uba" userId="a982167ce8c62198" providerId="Windows Live" clId="Web-{163298D9-606F-6416-F458-88F6BF1E14F8}" dt="2026-06-01T05:33:45.842" v="385" actId="688"/>
          <ac:grpSpMkLst>
            <pc:docMk/>
            <pc:sldMk cId="1131077775" sldId="259"/>
            <ac:grpSpMk id="28" creationId="{47F23B4B-7187-F260-7D5B-FB6FB253F15A}"/>
          </ac:grpSpMkLst>
        </pc:grpChg>
        <pc:grpChg chg="mod topLvl">
          <ac:chgData name="gene uba" userId="a982167ce8c62198" providerId="Windows Live" clId="Web-{163298D9-606F-6416-F458-88F6BF1E14F8}" dt="2026-06-01T05:44:43.985" v="442" actId="1076"/>
          <ac:grpSpMkLst>
            <pc:docMk/>
            <pc:sldMk cId="1131077775" sldId="259"/>
            <ac:grpSpMk id="32" creationId="{0D42AD94-7968-92C5-F06D-14B846F01273}"/>
          </ac:grpSpMkLst>
        </pc:grpChg>
        <pc:grpChg chg="mod topLvl">
          <ac:chgData name="gene uba" userId="a982167ce8c62198" providerId="Windows Live" clId="Web-{163298D9-606F-6416-F458-88F6BF1E14F8}" dt="2026-06-01T05:37:51.968" v="416" actId="1076"/>
          <ac:grpSpMkLst>
            <pc:docMk/>
            <pc:sldMk cId="1131077775" sldId="259"/>
            <ac:grpSpMk id="37" creationId="{20C9195B-CF39-6758-F409-D9ABCC840798}"/>
          </ac:grpSpMkLst>
        </pc:grpChg>
        <pc:grpChg chg="add mod">
          <ac:chgData name="gene uba" userId="a982167ce8c62198" providerId="Windows Live" clId="Web-{163298D9-606F-6416-F458-88F6BF1E14F8}" dt="2026-06-01T05:37:45.671" v="415" actId="1076"/>
          <ac:grpSpMkLst>
            <pc:docMk/>
            <pc:sldMk cId="1131077775" sldId="259"/>
            <ac:grpSpMk id="39" creationId="{C6A8697B-DEEE-6AD5-7283-B42A7118284E}"/>
          </ac:grpSpMkLst>
        </pc:grpChg>
        <pc:grpChg chg="add mod">
          <ac:chgData name="gene uba" userId="a982167ce8c62198" providerId="Windows Live" clId="Web-{163298D9-606F-6416-F458-88F6BF1E14F8}" dt="2026-06-01T05:37:57.327" v="418" actId="1076"/>
          <ac:grpSpMkLst>
            <pc:docMk/>
            <pc:sldMk cId="1131077775" sldId="259"/>
            <ac:grpSpMk id="44" creationId="{5BD0C2A4-6BED-6015-319F-D8D829E57F66}"/>
          </ac:grpSpMkLst>
        </pc:grpChg>
        <pc:picChg chg="mod topLvl">
          <ac:chgData name="gene uba" userId="a982167ce8c62198" providerId="Windows Live" clId="Web-{163298D9-606F-6416-F458-88F6BF1E14F8}" dt="2026-06-01T05:33:53.201" v="387" actId="1076"/>
          <ac:picMkLst>
            <pc:docMk/>
            <pc:sldMk cId="1131077775" sldId="259"/>
            <ac:picMk id="33" creationId="{1EF1254C-FCED-CC75-37CA-8D1DDE6EAD05}"/>
          </ac:picMkLst>
        </pc:picChg>
      </pc:sldChg>
      <pc:sldChg chg="addSp delSp modSp new">
        <pc:chgData name="gene uba" userId="a982167ce8c62198" providerId="Windows Live" clId="Web-{163298D9-606F-6416-F458-88F6BF1E14F8}" dt="2026-06-03T03:44:54.447" v="576" actId="20577"/>
        <pc:sldMkLst>
          <pc:docMk/>
          <pc:sldMk cId="3833315715" sldId="261"/>
        </pc:sldMkLst>
        <pc:spChg chg="add mod">
          <ac:chgData name="gene uba" userId="a982167ce8c62198" providerId="Windows Live" clId="Web-{163298D9-606F-6416-F458-88F6BF1E14F8}" dt="2026-06-03T03:22:13.666" v="473"/>
          <ac:spMkLst>
            <pc:docMk/>
            <pc:sldMk cId="3833315715" sldId="261"/>
            <ac:spMk id="4" creationId="{3E3CD8B7-670D-E240-ECFA-D17E6D12E4CA}"/>
          </ac:spMkLst>
        </pc:spChg>
        <pc:spChg chg="add mod">
          <ac:chgData name="gene uba" userId="a982167ce8c62198" providerId="Windows Live" clId="Web-{163298D9-606F-6416-F458-88F6BF1E14F8}" dt="2026-06-03T03:29:24.244" v="493" actId="1076"/>
          <ac:spMkLst>
            <pc:docMk/>
            <pc:sldMk cId="3833315715" sldId="261"/>
            <ac:spMk id="6" creationId="{A8438A20-CEF6-B99A-69CC-4D1BADE6CAC9}"/>
          </ac:spMkLst>
        </pc:spChg>
        <pc:spChg chg="add mod">
          <ac:chgData name="gene uba" userId="a982167ce8c62198" providerId="Windows Live" clId="Web-{163298D9-606F-6416-F458-88F6BF1E14F8}" dt="2026-06-03T03:36:44.619" v="530" actId="14100"/>
          <ac:spMkLst>
            <pc:docMk/>
            <pc:sldMk cId="3833315715" sldId="261"/>
            <ac:spMk id="7" creationId="{5784DB67-EECB-735C-60F9-F839ABC1B907}"/>
          </ac:spMkLst>
        </pc:spChg>
        <pc:spChg chg="add mod">
          <ac:chgData name="gene uba" userId="a982167ce8c62198" providerId="Windows Live" clId="Web-{163298D9-606F-6416-F458-88F6BF1E14F8}" dt="2026-06-03T03:44:54.447" v="576" actId="20577"/>
          <ac:spMkLst>
            <pc:docMk/>
            <pc:sldMk cId="3833315715" sldId="261"/>
            <ac:spMk id="11" creationId="{926B520F-F7DF-E76D-EAC3-91185AC1A2FE}"/>
          </ac:spMkLst>
        </pc:spChg>
        <pc:grpChg chg="add mod">
          <ac:chgData name="gene uba" userId="a982167ce8c62198" providerId="Windows Live" clId="Web-{163298D9-606F-6416-F458-88F6BF1E14F8}" dt="2026-06-03T03:40:34.150" v="558" actId="1076"/>
          <ac:grpSpMkLst>
            <pc:docMk/>
            <pc:sldMk cId="3833315715" sldId="261"/>
            <ac:grpSpMk id="13" creationId="{FA38C0AC-A8F1-B9A0-90C7-29D13A23F99C}"/>
          </ac:grpSpMkLst>
        </pc:grpChg>
        <pc:grpChg chg="add mod">
          <ac:chgData name="gene uba" userId="a982167ce8c62198" providerId="Windows Live" clId="Web-{163298D9-606F-6416-F458-88F6BF1E14F8}" dt="2026-06-03T03:42:59.681" v="573" actId="1076"/>
          <ac:grpSpMkLst>
            <pc:docMk/>
            <pc:sldMk cId="3833315715" sldId="261"/>
            <ac:grpSpMk id="14" creationId="{59AE89E3-1407-392F-01B7-DDDD0FC409ED}"/>
          </ac:grpSpMkLst>
        </pc:grpChg>
        <pc:picChg chg="add mod ord">
          <ac:chgData name="gene uba" userId="a982167ce8c62198" providerId="Windows Live" clId="Web-{163298D9-606F-6416-F458-88F6BF1E14F8}" dt="2026-06-03T03:28:50.197" v="491"/>
          <ac:picMkLst>
            <pc:docMk/>
            <pc:sldMk cId="3833315715" sldId="261"/>
            <ac:picMk id="8" creationId="{214C6BEB-8D30-6DC7-A51C-2CA1A478FAB7}"/>
          </ac:picMkLst>
        </pc:picChg>
        <pc:picChg chg="add mod ord">
          <ac:chgData name="gene uba" userId="a982167ce8c62198" providerId="Windows Live" clId="Web-{163298D9-606F-6416-F458-88F6BF1E14F8}" dt="2026-06-03T03:39:25.588" v="552" actId="1076"/>
          <ac:picMkLst>
            <pc:docMk/>
            <pc:sldMk cId="3833315715" sldId="261"/>
            <ac:picMk id="9" creationId="{E58BF437-9A51-46A7-2880-9D1A44FA65D7}"/>
          </ac:picMkLst>
        </pc:picChg>
        <pc:picChg chg="add mod">
          <ac:chgData name="gene uba" userId="a982167ce8c62198" providerId="Windows Live" clId="Web-{163298D9-606F-6416-F458-88F6BF1E14F8}" dt="2026-06-03T03:40:09.947" v="556" actId="1076"/>
          <ac:picMkLst>
            <pc:docMk/>
            <pc:sldMk cId="3833315715" sldId="261"/>
            <ac:picMk id="10" creationId="{45A77CD0-A1CE-0466-DA7A-063145B2F410}"/>
          </ac:picMkLst>
        </pc:picChg>
        <pc:picChg chg="add mod">
          <ac:chgData name="gene uba" userId="a982167ce8c62198" providerId="Windows Live" clId="Web-{163298D9-606F-6416-F458-88F6BF1E14F8}" dt="2026-06-03T03:40:00.228" v="555" actId="688"/>
          <ac:picMkLst>
            <pc:docMk/>
            <pc:sldMk cId="3833315715" sldId="261"/>
            <ac:picMk id="12" creationId="{01151063-B692-8B32-CDF2-844551ED68E3}"/>
          </ac:picMkLst>
        </pc:picChg>
        <pc:picChg chg="mod topLvl">
          <ac:chgData name="gene uba" userId="a982167ce8c62198" providerId="Windows Live" clId="Web-{163298D9-606F-6416-F458-88F6BF1E14F8}" dt="2026-06-03T03:44:40.494" v="574" actId="1076"/>
          <ac:picMkLst>
            <pc:docMk/>
            <pc:sldMk cId="3833315715" sldId="261"/>
            <ac:picMk id="16" creationId="{B5D83002-6AD1-2A1B-FBCE-F0A6753794E1}"/>
          </ac:picMkLst>
        </pc:picChg>
        <pc:picChg chg="mod topLvl">
          <ac:chgData name="gene uba" userId="a982167ce8c62198" providerId="Windows Live" clId="Web-{163298D9-606F-6416-F458-88F6BF1E14F8}" dt="2026-06-03T03:44:40.494" v="575" actId="1076"/>
          <ac:picMkLst>
            <pc:docMk/>
            <pc:sldMk cId="3833315715" sldId="261"/>
            <ac:picMk id="17" creationId="{01B9C686-717C-B84D-446E-5970E6730BE7}"/>
          </ac:picMkLst>
        </pc:picChg>
      </pc:sldChg>
    </pc:docChg>
  </pc:docChgLst>
  <pc:docChgLst>
    <pc:chgData name="gene uba" userId="a982167ce8c62198" providerId="Windows Live" clId="Web-{E38322EC-4B1C-1092-2443-98968540894A}"/>
    <pc:docChg chg="modSld">
      <pc:chgData name="gene uba" userId="a982167ce8c62198" providerId="Windows Live" clId="Web-{E38322EC-4B1C-1092-2443-98968540894A}" dt="2026-06-15T03:47:17.998" v="21" actId="1076"/>
      <pc:docMkLst>
        <pc:docMk/>
      </pc:docMkLst>
      <pc:sldChg chg="addSp delSp modSp">
        <pc:chgData name="gene uba" userId="a982167ce8c62198" providerId="Windows Live" clId="Web-{E38322EC-4B1C-1092-2443-98968540894A}" dt="2026-06-15T03:47:17.998" v="21" actId="1076"/>
        <pc:sldMkLst>
          <pc:docMk/>
          <pc:sldMk cId="3833315715" sldId="261"/>
        </pc:sldMkLst>
        <pc:spChg chg="mod">
          <ac:chgData name="gene uba" userId="a982167ce8c62198" providerId="Windows Live" clId="Web-{E38322EC-4B1C-1092-2443-98968540894A}" dt="2026-06-15T03:43:34.842" v="7" actId="20577"/>
          <ac:spMkLst>
            <pc:docMk/>
            <pc:sldMk cId="3833315715" sldId="261"/>
            <ac:spMk id="4" creationId="{3E3CD8B7-670D-E240-ECFA-D17E6D12E4CA}"/>
          </ac:spMkLst>
        </pc:spChg>
        <pc:spChg chg="add mod">
          <ac:chgData name="gene uba" userId="a982167ce8c62198" providerId="Windows Live" clId="Web-{E38322EC-4B1C-1092-2443-98968540894A}" dt="2026-06-15T03:44:30.799" v="12" actId="14100"/>
          <ac:spMkLst>
            <pc:docMk/>
            <pc:sldMk cId="3833315715" sldId="261"/>
            <ac:spMk id="15" creationId="{887CE9B8-DB97-1E9B-DEA8-B573C13D72AB}"/>
          </ac:spMkLst>
        </pc:spChg>
        <pc:picChg chg="add mod">
          <ac:chgData name="gene uba" userId="a982167ce8c62198" providerId="Windows Live" clId="Web-{E38322EC-4B1C-1092-2443-98968540894A}" dt="2026-06-15T03:47:17.998" v="21" actId="1076"/>
          <ac:picMkLst>
            <pc:docMk/>
            <pc:sldMk cId="3833315715" sldId="261"/>
            <ac:picMk id="18" creationId="{F4A3C87E-E326-C247-B827-CA81BE0EE293}"/>
          </ac:picMkLst>
        </pc:picChg>
        <pc:picChg chg="add del mod">
          <ac:chgData name="gene uba" userId="a982167ce8c62198" providerId="Windows Live" clId="Web-{E38322EC-4B1C-1092-2443-98968540894A}" dt="2026-06-15T03:47:14.498" v="20"/>
          <ac:picMkLst>
            <pc:docMk/>
            <pc:sldMk cId="3833315715" sldId="261"/>
            <ac:picMk id="19" creationId="{AC1C3C9C-CB10-976B-72C9-9819B0ACC457}"/>
          </ac:picMkLst>
        </pc:picChg>
        <pc:picChg chg="add mod">
          <ac:chgData name="gene uba" userId="a982167ce8c62198" providerId="Windows Live" clId="Web-{E38322EC-4B1C-1092-2443-98968540894A}" dt="2026-06-15T03:47:09.295" v="18" actId="1076"/>
          <ac:picMkLst>
            <pc:docMk/>
            <pc:sldMk cId="3833315715" sldId="261"/>
            <ac:picMk id="20" creationId="{69F14013-A6CE-5899-71CF-96930C1860CB}"/>
          </ac:picMkLst>
        </pc:picChg>
      </pc:sldChg>
    </pc:docChg>
  </pc:docChgLst>
  <pc:docChgLst>
    <pc:chgData name="gene uba" userId="a982167ce8c62198" providerId="Windows Live" clId="Web-{A5EE7216-F713-8040-B5C3-B7E41E548988}"/>
    <pc:docChg chg="modSld">
      <pc:chgData name="gene uba" userId="a982167ce8c62198" providerId="Windows Live" clId="Web-{A5EE7216-F713-8040-B5C3-B7E41E548988}" dt="2026-06-05T05:17:57.867" v="7" actId="1076"/>
      <pc:docMkLst>
        <pc:docMk/>
      </pc:docMkLst>
      <pc:sldChg chg="addSp modSp">
        <pc:chgData name="gene uba" userId="a982167ce8c62198" providerId="Windows Live" clId="Web-{A5EE7216-F713-8040-B5C3-B7E41E548988}" dt="2026-06-05T05:17:57.867" v="7" actId="1076"/>
        <pc:sldMkLst>
          <pc:docMk/>
          <pc:sldMk cId="3833315715" sldId="261"/>
        </pc:sldMkLst>
        <pc:picChg chg="add mod">
          <ac:chgData name="gene uba" userId="a982167ce8c62198" providerId="Windows Live" clId="Web-{A5EE7216-F713-8040-B5C3-B7E41E548988}" dt="2026-06-05T05:17:23.616" v="1" actId="1076"/>
          <ac:picMkLst>
            <pc:docMk/>
            <pc:sldMk cId="3833315715" sldId="261"/>
            <ac:picMk id="3" creationId="{DF96F092-5E30-3257-7B52-1772595EDE59}"/>
          </ac:picMkLst>
        </pc:picChg>
        <pc:picChg chg="add mod">
          <ac:chgData name="gene uba" userId="a982167ce8c62198" providerId="Windows Live" clId="Web-{A5EE7216-F713-8040-B5C3-B7E41E548988}" dt="2026-06-05T05:17:57.867" v="7" actId="1076"/>
          <ac:picMkLst>
            <pc:docMk/>
            <pc:sldMk cId="3833315715" sldId="261"/>
            <ac:picMk id="5" creationId="{0C295006-4AAD-5B86-AD9C-BF8739A7DA02}"/>
          </ac:picMkLst>
        </pc:picChg>
      </pc:sldChg>
    </pc:docChg>
  </pc:docChgLst>
  <pc:docChgLst>
    <pc:chgData name="gene uba" userId="a982167ce8c62198" providerId="Windows Live" clId="Web-{4A86A6A6-73D9-4E2A-4153-D2AC8748AE15}"/>
    <pc:docChg chg="addSld modSld">
      <pc:chgData name="gene uba" userId="a982167ce8c62198" providerId="Windows Live" clId="Web-{4A86A6A6-73D9-4E2A-4153-D2AC8748AE15}" dt="2026-06-01T17:33:01.310" v="103" actId="1076"/>
      <pc:docMkLst>
        <pc:docMk/>
      </pc:docMkLst>
      <pc:sldChg chg="addSp delSp modSp">
        <pc:chgData name="gene uba" userId="a982167ce8c62198" providerId="Windows Live" clId="Web-{4A86A6A6-73D9-4E2A-4153-D2AC8748AE15}" dt="2026-06-01T17:27:13.948" v="62" actId="1076"/>
        <pc:sldMkLst>
          <pc:docMk/>
          <pc:sldMk cId="1131077775" sldId="259"/>
        </pc:sldMkLst>
        <pc:spChg chg="mod topLvl">
          <ac:chgData name="gene uba" userId="a982167ce8c62198" providerId="Windows Live" clId="Web-{4A86A6A6-73D9-4E2A-4153-D2AC8748AE15}" dt="2026-06-01T17:26:05.120" v="56" actId="14100"/>
          <ac:spMkLst>
            <pc:docMk/>
            <pc:sldMk cId="1131077775" sldId="259"/>
            <ac:spMk id="4" creationId="{80225327-ADC9-2C41-D236-5ABDE55BB034}"/>
          </ac:spMkLst>
        </pc:spChg>
        <pc:spChg chg="mod topLvl">
          <ac:chgData name="gene uba" userId="a982167ce8c62198" providerId="Windows Live" clId="Web-{4A86A6A6-73D9-4E2A-4153-D2AC8748AE15}" dt="2026-06-01T17:25:05.041" v="55"/>
          <ac:spMkLst>
            <pc:docMk/>
            <pc:sldMk cId="1131077775" sldId="259"/>
            <ac:spMk id="6" creationId="{138696EB-71D7-A673-EF0D-FB598979D11F}"/>
          </ac:spMkLst>
        </pc:spChg>
        <pc:spChg chg="add mod">
          <ac:chgData name="gene uba" userId="a982167ce8c62198" providerId="Windows Live" clId="Web-{4A86A6A6-73D9-4E2A-4153-D2AC8748AE15}" dt="2026-06-01T17:26:44.683" v="58" actId="1076"/>
          <ac:spMkLst>
            <pc:docMk/>
            <pc:sldMk cId="1131077775" sldId="259"/>
            <ac:spMk id="34" creationId="{7BA567F9-420F-B1D4-F833-DA9BD62C3FB1}"/>
          </ac:spMkLst>
        </pc:spChg>
        <pc:spChg chg="add mod">
          <ac:chgData name="gene uba" userId="a982167ce8c62198" providerId="Windows Live" clId="Web-{4A86A6A6-73D9-4E2A-4153-D2AC8748AE15}" dt="2026-06-01T17:26:58.808" v="60" actId="1076"/>
          <ac:spMkLst>
            <pc:docMk/>
            <pc:sldMk cId="1131077775" sldId="259"/>
            <ac:spMk id="49" creationId="{56893A03-487F-C827-1EBB-A2972F1E5404}"/>
          </ac:spMkLst>
        </pc:spChg>
        <pc:grpChg chg="mod">
          <ac:chgData name="gene uba" userId="a982167ce8c62198" providerId="Windows Live" clId="Web-{4A86A6A6-73D9-4E2A-4153-D2AC8748AE15}" dt="2026-06-01T17:27:06.964" v="61" actId="1076"/>
          <ac:grpSpMkLst>
            <pc:docMk/>
            <pc:sldMk cId="1131077775" sldId="259"/>
            <ac:grpSpMk id="5" creationId="{8DA6E94A-3295-798A-E481-A6FF8413EAFA}"/>
          </ac:grpSpMkLst>
        </pc:grpChg>
        <pc:grpChg chg="mod">
          <ac:chgData name="gene uba" userId="a982167ce8c62198" providerId="Windows Live" clId="Web-{4A86A6A6-73D9-4E2A-4153-D2AC8748AE15}" dt="2026-06-01T17:24:48.354" v="53" actId="1076"/>
          <ac:grpSpMkLst>
            <pc:docMk/>
            <pc:sldMk cId="1131077775" sldId="259"/>
            <ac:grpSpMk id="10" creationId="{18E8F998-19E6-B433-1AB8-D622D1C90F6C}"/>
          </ac:grpSpMkLst>
        </pc:grpChg>
        <pc:grpChg chg="mod">
          <ac:chgData name="gene uba" userId="a982167ce8c62198" providerId="Windows Live" clId="Web-{4A86A6A6-73D9-4E2A-4153-D2AC8748AE15}" dt="2026-06-01T15:41:35.959" v="6" actId="1076"/>
          <ac:grpSpMkLst>
            <pc:docMk/>
            <pc:sldMk cId="1131077775" sldId="259"/>
            <ac:grpSpMk id="16" creationId="{C8E8FFEF-0383-D2C5-9126-6091272BC1D6}"/>
          </ac:grpSpMkLst>
        </pc:grpChg>
        <pc:grpChg chg="mod">
          <ac:chgData name="gene uba" userId="a982167ce8c62198" providerId="Windows Live" clId="Web-{4A86A6A6-73D9-4E2A-4153-D2AC8748AE15}" dt="2026-06-01T17:27:13.948" v="62" actId="1076"/>
          <ac:grpSpMkLst>
            <pc:docMk/>
            <pc:sldMk cId="1131077775" sldId="259"/>
            <ac:grpSpMk id="32" creationId="{0D42AD94-7968-92C5-F06D-14B846F01273}"/>
          </ac:grpSpMkLst>
        </pc:grpChg>
        <pc:picChg chg="topLvl">
          <ac:chgData name="gene uba" userId="a982167ce8c62198" providerId="Windows Live" clId="Web-{4A86A6A6-73D9-4E2A-4153-D2AC8748AE15}" dt="2026-06-01T17:24:59.369" v="54"/>
          <ac:picMkLst>
            <pc:docMk/>
            <pc:sldMk cId="1131077775" sldId="259"/>
            <ac:picMk id="14" creationId="{B0714414-EEF2-C630-ABB6-A6117DEAE52D}"/>
          </ac:picMkLst>
        </pc:picChg>
        <pc:cxnChg chg="add mod">
          <ac:chgData name="gene uba" userId="a982167ce8c62198" providerId="Windows Live" clId="Web-{4A86A6A6-73D9-4E2A-4153-D2AC8748AE15}" dt="2026-06-01T16:26:30.135" v="45" actId="1076"/>
          <ac:cxnSpMkLst>
            <pc:docMk/>
            <pc:sldMk cId="1131077775" sldId="259"/>
            <ac:cxnSpMk id="2" creationId="{E235C4F8-9648-BB8F-2D1F-8FA89A70D144}"/>
          </ac:cxnSpMkLst>
        </pc:cxnChg>
        <pc:cxnChg chg="add mod">
          <ac:chgData name="gene uba" userId="a982167ce8c62198" providerId="Windows Live" clId="Web-{4A86A6A6-73D9-4E2A-4153-D2AC8748AE15}" dt="2026-06-01T16:09:43.203" v="34" actId="1076"/>
          <ac:cxnSpMkLst>
            <pc:docMk/>
            <pc:sldMk cId="1131077775" sldId="259"/>
            <ac:cxnSpMk id="3" creationId="{972A266F-C488-9BB0-993C-4264116EC151}"/>
          </ac:cxnSpMkLst>
        </pc:cxnChg>
        <pc:cxnChg chg="add mod">
          <ac:chgData name="gene uba" userId="a982167ce8c62198" providerId="Windows Live" clId="Web-{4A86A6A6-73D9-4E2A-4153-D2AC8748AE15}" dt="2026-06-01T15:44:36.756" v="26" actId="1076"/>
          <ac:cxnSpMkLst>
            <pc:docMk/>
            <pc:sldMk cId="1131077775" sldId="259"/>
            <ac:cxnSpMk id="27" creationId="{969C167B-FEFF-7C42-D2C4-4B6CB90E0A80}"/>
          </ac:cxnSpMkLst>
        </pc:cxnChg>
        <pc:cxnChg chg="add mod">
          <ac:chgData name="gene uba" userId="a982167ce8c62198" providerId="Windows Live" clId="Web-{4A86A6A6-73D9-4E2A-4153-D2AC8748AE15}" dt="2026-06-01T15:44:51.443" v="28" actId="1076"/>
          <ac:cxnSpMkLst>
            <pc:docMk/>
            <pc:sldMk cId="1131077775" sldId="259"/>
            <ac:cxnSpMk id="38" creationId="{9A27C2AB-2502-B466-CD90-CA551C4C76B0}"/>
          </ac:cxnSpMkLst>
        </pc:cxnChg>
      </pc:sldChg>
      <pc:sldChg chg="addSp delSp modSp new">
        <pc:chgData name="gene uba" userId="a982167ce8c62198" providerId="Windows Live" clId="Web-{4A86A6A6-73D9-4E2A-4153-D2AC8748AE15}" dt="2026-06-01T17:33:01.310" v="103" actId="1076"/>
        <pc:sldMkLst>
          <pc:docMk/>
          <pc:sldMk cId="2492009167" sldId="260"/>
        </pc:sldMkLst>
        <pc:spChg chg="add mod">
          <ac:chgData name="gene uba" userId="a982167ce8c62198" providerId="Windows Live" clId="Web-{4A86A6A6-73D9-4E2A-4153-D2AC8748AE15}" dt="2026-06-01T17:32:54.654" v="102" actId="1076"/>
          <ac:spMkLst>
            <pc:docMk/>
            <pc:sldMk cId="2492009167" sldId="260"/>
            <ac:spMk id="5" creationId="{785C0D7F-3D22-9F37-9219-2914F6AFE7C2}"/>
          </ac:spMkLst>
        </pc:spChg>
        <pc:spChg chg="add mod">
          <ac:chgData name="gene uba" userId="a982167ce8c62198" providerId="Windows Live" clId="Web-{4A86A6A6-73D9-4E2A-4153-D2AC8748AE15}" dt="2026-06-01T17:33:01.310" v="103" actId="1076"/>
          <ac:spMkLst>
            <pc:docMk/>
            <pc:sldMk cId="2492009167" sldId="260"/>
            <ac:spMk id="7" creationId="{AEE8D26D-8B25-1147-0B55-704072A59355}"/>
          </ac:spMkLst>
        </pc:spChg>
        <pc:spChg chg="add mod">
          <ac:chgData name="gene uba" userId="a982167ce8c62198" providerId="Windows Live" clId="Web-{4A86A6A6-73D9-4E2A-4153-D2AC8748AE15}" dt="2026-06-01T17:28:15.339" v="71" actId="1076"/>
          <ac:spMkLst>
            <pc:docMk/>
            <pc:sldMk cId="2492009167" sldId="260"/>
            <ac:spMk id="9" creationId="{5C5B71C5-B077-037A-4F8E-43459DA11B9A}"/>
          </ac:spMkLst>
        </pc:spChg>
        <pc:spChg chg="add mod">
          <ac:chgData name="gene uba" userId="a982167ce8c62198" providerId="Windows Live" clId="Web-{4A86A6A6-73D9-4E2A-4153-D2AC8748AE15}" dt="2026-06-01T17:28:22.949" v="73" actId="1076"/>
          <ac:spMkLst>
            <pc:docMk/>
            <pc:sldMk cId="2492009167" sldId="260"/>
            <ac:spMk id="11" creationId="{7C0490ED-D8F7-3E87-C80C-1290FCE6FB22}"/>
          </ac:spMkLst>
        </pc:spChg>
        <pc:spChg chg="add mod">
          <ac:chgData name="gene uba" userId="a982167ce8c62198" providerId="Windows Live" clId="Web-{4A86A6A6-73D9-4E2A-4153-D2AC8748AE15}" dt="2026-06-01T17:28:38.808" v="76" actId="1076"/>
          <ac:spMkLst>
            <pc:docMk/>
            <pc:sldMk cId="2492009167" sldId="260"/>
            <ac:spMk id="13" creationId="{E5E617C3-BA1A-54B9-3008-7C63DEFDD533}"/>
          </ac:spMkLst>
        </pc:spChg>
        <pc:spChg chg="add mod">
          <ac:chgData name="gene uba" userId="a982167ce8c62198" providerId="Windows Live" clId="Web-{4A86A6A6-73D9-4E2A-4153-D2AC8748AE15}" dt="2026-06-01T17:28:50.324" v="79" actId="1076"/>
          <ac:spMkLst>
            <pc:docMk/>
            <pc:sldMk cId="2492009167" sldId="260"/>
            <ac:spMk id="15" creationId="{580597C0-5AF6-BF23-8CD8-CB2FFBDAE9B3}"/>
          </ac:spMkLst>
        </pc:spChg>
        <pc:spChg chg="add mod">
          <ac:chgData name="gene uba" userId="a982167ce8c62198" providerId="Windows Live" clId="Web-{4A86A6A6-73D9-4E2A-4153-D2AC8748AE15}" dt="2026-06-01T17:32:48.028" v="101" actId="1076"/>
          <ac:spMkLst>
            <pc:docMk/>
            <pc:sldMk cId="2492009167" sldId="260"/>
            <ac:spMk id="17" creationId="{070D4F6B-6FE4-F56E-46E2-D83E8CDCD6D4}"/>
          </ac:spMkLst>
        </pc:spChg>
        <pc:spChg chg="add mod">
          <ac:chgData name="gene uba" userId="a982167ce8c62198" providerId="Windows Live" clId="Web-{4A86A6A6-73D9-4E2A-4153-D2AC8748AE15}" dt="2026-06-01T17:29:08.074" v="83" actId="1076"/>
          <ac:spMkLst>
            <pc:docMk/>
            <pc:sldMk cId="2492009167" sldId="260"/>
            <ac:spMk id="19" creationId="{AC27933E-8461-1B1F-BE00-A18BAA569DEB}"/>
          </ac:spMkLst>
        </pc:spChg>
        <pc:spChg chg="add mod">
          <ac:chgData name="gene uba" userId="a982167ce8c62198" providerId="Windows Live" clId="Web-{4A86A6A6-73D9-4E2A-4153-D2AC8748AE15}" dt="2026-06-01T17:29:14.449" v="85" actId="1076"/>
          <ac:spMkLst>
            <pc:docMk/>
            <pc:sldMk cId="2492009167" sldId="260"/>
            <ac:spMk id="21" creationId="{718B0E42-7DAC-DF8E-D91A-D72D5DC8CEB8}"/>
          </ac:spMkLst>
        </pc:spChg>
        <pc:spChg chg="add mod">
          <ac:chgData name="gene uba" userId="a982167ce8c62198" providerId="Windows Live" clId="Web-{4A86A6A6-73D9-4E2A-4153-D2AC8748AE15}" dt="2026-06-01T17:29:19.730" v="87" actId="1076"/>
          <ac:spMkLst>
            <pc:docMk/>
            <pc:sldMk cId="2492009167" sldId="260"/>
            <ac:spMk id="23" creationId="{5031959F-5CA8-8623-FF22-0031C017DD3D}"/>
          </ac:spMkLst>
        </pc:spChg>
        <pc:spChg chg="add mod">
          <ac:chgData name="gene uba" userId="a982167ce8c62198" providerId="Windows Live" clId="Web-{4A86A6A6-73D9-4E2A-4153-D2AC8748AE15}" dt="2026-06-01T17:29:27.418" v="89" actId="1076"/>
          <ac:spMkLst>
            <pc:docMk/>
            <pc:sldMk cId="2492009167" sldId="260"/>
            <ac:spMk id="25" creationId="{D201A695-52ED-16CB-A993-52BB5CD5E73B}"/>
          </ac:spMkLst>
        </pc:spChg>
        <pc:spChg chg="add mod">
          <ac:chgData name="gene uba" userId="a982167ce8c62198" providerId="Windows Live" clId="Web-{4A86A6A6-73D9-4E2A-4153-D2AC8748AE15}" dt="2026-06-01T17:29:41.199" v="91" actId="1076"/>
          <ac:spMkLst>
            <pc:docMk/>
            <pc:sldMk cId="2492009167" sldId="260"/>
            <ac:spMk id="27" creationId="{072F9EBA-58DB-06A4-AC8D-D0762DBC964C}"/>
          </ac:spMkLst>
        </pc:spChg>
        <pc:spChg chg="add mod">
          <ac:chgData name="gene uba" userId="a982167ce8c62198" providerId="Windows Live" clId="Web-{4A86A6A6-73D9-4E2A-4153-D2AC8748AE15}" dt="2026-06-01T17:29:47.168" v="93" actId="1076"/>
          <ac:spMkLst>
            <pc:docMk/>
            <pc:sldMk cId="2492009167" sldId="260"/>
            <ac:spMk id="29" creationId="{714FD145-A8E5-7931-23BB-75C0AA240BE6}"/>
          </ac:spMkLst>
        </pc:spChg>
        <pc:spChg chg="add mod">
          <ac:chgData name="gene uba" userId="a982167ce8c62198" providerId="Windows Live" clId="Web-{4A86A6A6-73D9-4E2A-4153-D2AC8748AE15}" dt="2026-06-01T17:30:01.418" v="96" actId="1076"/>
          <ac:spMkLst>
            <pc:docMk/>
            <pc:sldMk cId="2492009167" sldId="260"/>
            <ac:spMk id="31" creationId="{CD734718-DF80-6CC0-645D-7D1380706632}"/>
          </ac:spMkLst>
        </pc:spChg>
        <pc:spChg chg="add mod">
          <ac:chgData name="gene uba" userId="a982167ce8c62198" providerId="Windows Live" clId="Web-{4A86A6A6-73D9-4E2A-4153-D2AC8748AE15}" dt="2026-06-01T17:31:44.606" v="98" actId="1076"/>
          <ac:spMkLst>
            <pc:docMk/>
            <pc:sldMk cId="2492009167" sldId="260"/>
            <ac:spMk id="33" creationId="{82FF784A-1EC5-3D7E-C0BB-BC77391AC403}"/>
          </ac:spMkLst>
        </pc:spChg>
        <pc:spChg chg="add mod">
          <ac:chgData name="gene uba" userId="a982167ce8c62198" providerId="Windows Live" clId="Web-{4A86A6A6-73D9-4E2A-4153-D2AC8748AE15}" dt="2026-06-01T17:32:34.982" v="100" actId="1076"/>
          <ac:spMkLst>
            <pc:docMk/>
            <pc:sldMk cId="2492009167" sldId="260"/>
            <ac:spMk id="35" creationId="{7FDAD090-C3D5-E45C-0896-63E2FA3963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DA760636-8FB3-A9FE-0A11-C5754EA504B8}"/>
              </a:ext>
            </a:extLst>
          </p:cNvPr>
          <p:cNvGrpSpPr/>
          <p:nvPr/>
        </p:nvGrpSpPr>
        <p:grpSpPr>
          <a:xfrm>
            <a:off x="2009453" y="78781"/>
            <a:ext cx="8225310" cy="6710184"/>
            <a:chOff x="1800686" y="78781"/>
            <a:chExt cx="8225310" cy="671018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D780A31-DC1D-0A71-5FA1-051C6E188AA8}"/>
                </a:ext>
              </a:extLst>
            </p:cNvPr>
            <p:cNvGrpSpPr/>
            <p:nvPr/>
          </p:nvGrpSpPr>
          <p:grpSpPr>
            <a:xfrm>
              <a:off x="4370550" y="2790864"/>
              <a:ext cx="3094337" cy="2591241"/>
              <a:chOff x="2372789" y="2110700"/>
              <a:chExt cx="3094337" cy="2591241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7CBC08F4-7179-1522-0142-FC2B79FD0FAE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pic>
            <p:nvPicPr>
              <p:cNvPr id="12" name="Picture 11" descr="A logo of a bee&#10;&#10;AI-generated content may be incorrect.">
                <a:extLst>
                  <a:ext uri="{FF2B5EF4-FFF2-40B4-BE49-F238E27FC236}">
                    <a16:creationId xmlns:a16="http://schemas.microsoft.com/office/drawing/2014/main" id="{B1B8B15C-2EE8-06E1-0746-8E8EA326A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32830" y="2190928"/>
                <a:ext cx="1299481" cy="1596212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C3EDB6-0A31-5785-B75C-71C3535EBC73}"/>
                  </a:ext>
                </a:extLst>
              </p:cNvPr>
              <p:cNvSpPr txBox="1"/>
              <p:nvPr/>
            </p:nvSpPr>
            <p:spPr>
              <a:xfrm>
                <a:off x="2512295" y="3683490"/>
                <a:ext cx="2743199" cy="101566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山葵</a:t>
                </a:r>
                <a:endParaRPr lang="en-US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わさび</a:t>
                </a:r>
                <a:endParaRPr lang="en-US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ワサビ</a:t>
                </a:r>
                <a:endParaRPr lang="en-US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 err="1">
                    <a:highlight>
                      <a:srgbClr val="FFFFFF"/>
                    </a:highlight>
                    <a:latin typeface="Comic Sans MS"/>
                  </a:rPr>
                  <a:t>Wa</a:t>
                </a:r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-</a:t>
                </a:r>
                <a:r>
                  <a:rPr lang="en-US" sz="1200" b="1" u="sng" err="1">
                    <a:highlight>
                      <a:srgbClr val="FFFFFF"/>
                    </a:highlight>
                    <a:latin typeface="Comic Sans MS"/>
                  </a:rPr>
                  <a:t>sa</a:t>
                </a:r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-Bee</a:t>
                </a:r>
                <a:endParaRPr lang="en-US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Japanese  horseradish</a:t>
                </a:r>
                <a:endParaRPr lang="en-US" sz="1200" u="sng">
                  <a:highlight>
                    <a:srgbClr val="FFFFFF"/>
                  </a:highlight>
                  <a:latin typeface="Comic Sans M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5444E16-4A35-7B46-7E77-F72DF2E25C7F}"/>
                </a:ext>
              </a:extLst>
            </p:cNvPr>
            <p:cNvGrpSpPr/>
            <p:nvPr/>
          </p:nvGrpSpPr>
          <p:grpSpPr>
            <a:xfrm>
              <a:off x="1800859" y="1225018"/>
              <a:ext cx="3094337" cy="2749800"/>
              <a:chOff x="2372789" y="1952141"/>
              <a:chExt cx="3094337" cy="27498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961A5D5-C6AE-29DB-6917-0B430107DA93}"/>
                  </a:ext>
                </a:extLst>
              </p:cNvPr>
              <p:cNvGrpSpPr/>
              <p:nvPr/>
            </p:nvGrpSpPr>
            <p:grpSpPr>
              <a:xfrm>
                <a:off x="2372789" y="2110700"/>
                <a:ext cx="3094337" cy="2591241"/>
                <a:chOff x="2372789" y="2110700"/>
                <a:chExt cx="3094337" cy="2591241"/>
              </a:xfrm>
            </p:grpSpPr>
            <p:sp>
              <p:nvSpPr>
                <p:cNvPr id="4" name="Hexagon 3">
                  <a:extLst>
                    <a:ext uri="{FF2B5EF4-FFF2-40B4-BE49-F238E27FC236}">
                      <a16:creationId xmlns:a16="http://schemas.microsoft.com/office/drawing/2014/main" id="{33511B7C-CBB2-0245-F1DD-064464C7C00E}"/>
                    </a:ext>
                  </a:extLst>
                </p:cNvPr>
                <p:cNvSpPr/>
                <p:nvPr/>
              </p:nvSpPr>
              <p:spPr>
                <a:xfrm>
                  <a:off x="2372789" y="2110700"/>
                  <a:ext cx="3094337" cy="2591241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u="sng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A3D0A34-C71D-3A17-C7B9-5122209B2103}"/>
                    </a:ext>
                  </a:extLst>
                </p:cNvPr>
                <p:cNvSpPr txBox="1"/>
                <p:nvPr/>
              </p:nvSpPr>
              <p:spPr>
                <a:xfrm>
                  <a:off x="2512295" y="3683490"/>
                  <a:ext cx="2743199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び</a:t>
                  </a:r>
                  <a:endParaRPr lang="ja-JP" altLang="en-US" sz="1200" u="sng">
                    <a:highlight>
                      <a:srgbClr val="FFFFFF"/>
                    </a:highlight>
                    <a:latin typeface="Comic Sans MS"/>
                    <a:ea typeface="ＭＳ Ｐゴシック"/>
                  </a:endParaRPr>
                </a:p>
                <a:p>
                  <a:pPr algn="ctr"/>
                  <a:r>
                    <a:rPr lang="ja-JP" sz="1200" b="1" u="sng">
                      <a:solidFill>
                        <a:srgbClr val="272320"/>
                      </a:solidFill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ビ</a:t>
                  </a:r>
                  <a:endParaRPr lang="ja-JP" altLang="en-US" sz="1200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</a:endParaRPr>
                </a:p>
                <a:p>
                  <a:pPr algn="ctr"/>
                  <a:r>
                    <a:rPr lang="en-US" sz="1200" b="1" u="sng">
                      <a:solidFill>
                        <a:srgbClr val="272320"/>
                      </a:solidFill>
                      <a:highlight>
                        <a:srgbClr val="FFFFFF"/>
                      </a:highlight>
                      <a:latin typeface="Comic Sans MS"/>
                    </a:rPr>
                    <a:t>Bee</a:t>
                  </a:r>
                  <a:endParaRPr lang="en-US" u="sng"/>
                </a:p>
              </p:txBody>
            </p:sp>
          </p:grpSp>
          <p:pic>
            <p:nvPicPr>
              <p:cNvPr id="14" name="Picture 13" descr="A logo of a bee&#10;&#10;AI-generated content may be incorrect.">
                <a:extLst>
                  <a:ext uri="{FF2B5EF4-FFF2-40B4-BE49-F238E27FC236}">
                    <a16:creationId xmlns:a16="http://schemas.microsoft.com/office/drawing/2014/main" id="{8F478CC3-9FBF-8BE9-B028-D698591D5E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50936" y="1952141"/>
                <a:ext cx="1505213" cy="1765514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3C6226F-BF10-B1B1-DC01-26EC750ED358}"/>
                </a:ext>
              </a:extLst>
            </p:cNvPr>
            <p:cNvGrpSpPr/>
            <p:nvPr/>
          </p:nvGrpSpPr>
          <p:grpSpPr>
            <a:xfrm>
              <a:off x="1800686" y="4167244"/>
              <a:ext cx="3094337" cy="2591241"/>
              <a:chOff x="2372789" y="2110700"/>
              <a:chExt cx="3094337" cy="259124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BA60224-A684-D793-9084-46E12CCF7E55}"/>
                  </a:ext>
                </a:extLst>
              </p:cNvPr>
              <p:cNvGrpSpPr/>
              <p:nvPr/>
            </p:nvGrpSpPr>
            <p:grpSpPr>
              <a:xfrm>
                <a:off x="2372789" y="2110700"/>
                <a:ext cx="3094337" cy="2591241"/>
                <a:chOff x="2372789" y="2110700"/>
                <a:chExt cx="3094337" cy="2591241"/>
              </a:xfrm>
            </p:grpSpPr>
            <p:sp>
              <p:nvSpPr>
                <p:cNvPr id="19" name="Hexagon 18">
                  <a:extLst>
                    <a:ext uri="{FF2B5EF4-FFF2-40B4-BE49-F238E27FC236}">
                      <a16:creationId xmlns:a16="http://schemas.microsoft.com/office/drawing/2014/main" id="{0D73B61B-D633-B8E9-4300-4AC7F89F52A0}"/>
                    </a:ext>
                  </a:extLst>
                </p:cNvPr>
                <p:cNvSpPr/>
                <p:nvPr/>
              </p:nvSpPr>
              <p:spPr>
                <a:xfrm>
                  <a:off x="2372789" y="2110700"/>
                  <a:ext cx="3094337" cy="2591241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u="sng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9E59382-501D-3B9A-DBB8-E9FA920D27B6}"/>
                    </a:ext>
                  </a:extLst>
                </p:cNvPr>
                <p:cNvSpPr txBox="1"/>
                <p:nvPr/>
              </p:nvSpPr>
              <p:spPr>
                <a:xfrm>
                  <a:off x="2542775" y="3409170"/>
                  <a:ext cx="2743199" cy="830997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ja-JP" altLang="en-US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ち</a:t>
                  </a:r>
                  <a:r>
                    <a:rPr 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び</a:t>
                  </a:r>
                  <a:endParaRPr lang="ja-JP" sz="1200" u="sng">
                    <a:highlight>
                      <a:srgbClr val="FFFFFF"/>
                    </a:highlight>
                    <a:latin typeface="Comic Sans MS"/>
                    <a:ea typeface="ＭＳ Ｐゴシック"/>
                  </a:endParaRPr>
                </a:p>
                <a:p>
                  <a:pPr algn="ctr"/>
                  <a:r>
                    <a:rPr lang="ja-JP" altLang="en-US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チ</a:t>
                  </a:r>
                  <a:r>
                    <a:rPr 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ビ</a:t>
                  </a:r>
                  <a:endParaRPr lang="ja-JP" sz="1200" u="sng">
                    <a:highlight>
                      <a:srgbClr val="FFFFFF"/>
                    </a:highlight>
                    <a:latin typeface="Comic Sans MS"/>
                  </a:endParaRPr>
                </a:p>
                <a:p>
                  <a:pPr algn="ctr"/>
                  <a:r>
                    <a:rPr lang="en-US" sz="1200" b="1" u="sng">
                      <a:highlight>
                        <a:srgbClr val="FFFFFF"/>
                      </a:highlight>
                      <a:latin typeface="Comic Sans MS"/>
                    </a:rPr>
                    <a:t>Chi-Bee</a:t>
                  </a:r>
                  <a:endParaRPr lang="ja-JP" altLang="en-US" sz="1200" u="sng">
                    <a:highlight>
                      <a:srgbClr val="FFFFFF"/>
                    </a:highlight>
                    <a:latin typeface="Comic Sans MS"/>
                  </a:endParaRPr>
                </a:p>
                <a:p>
                  <a:pPr algn="ctr"/>
                  <a:r>
                    <a:rPr lang="en-US" sz="1200" b="1" u="sng">
                      <a:highlight>
                        <a:srgbClr val="FFFFFF"/>
                      </a:highlight>
                      <a:latin typeface="Comic Sans MS"/>
                    </a:rPr>
                    <a:t>Small, tiny, little one</a:t>
                  </a:r>
                  <a:endParaRPr lang="en-US" altLang="ja-JP" u="sng"/>
                </a:p>
              </p:txBody>
            </p:sp>
          </p:grpSp>
          <p:pic>
            <p:nvPicPr>
              <p:cNvPr id="18" name="Picture 17" descr="A logo of a bee&#10;&#10;AI-generated content may be incorrect.">
                <a:extLst>
                  <a:ext uri="{FF2B5EF4-FFF2-40B4-BE49-F238E27FC236}">
                    <a16:creationId xmlns:a16="http://schemas.microsoft.com/office/drawing/2014/main" id="{904953DE-3FE2-08A3-09BD-84CAF261CB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6696" y="2399181"/>
                <a:ext cx="783853" cy="932394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6C02E42-44BC-5624-2D20-726B41949E93}"/>
                </a:ext>
              </a:extLst>
            </p:cNvPr>
            <p:cNvGrpSpPr/>
            <p:nvPr/>
          </p:nvGrpSpPr>
          <p:grpSpPr>
            <a:xfrm>
              <a:off x="6931486" y="4163669"/>
              <a:ext cx="3094337" cy="2625296"/>
              <a:chOff x="8286941" y="3585662"/>
              <a:chExt cx="3094337" cy="262529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780C39B-DDB4-1889-D70C-1C235DBEE107}"/>
                  </a:ext>
                </a:extLst>
              </p:cNvPr>
              <p:cNvGrpSpPr/>
              <p:nvPr/>
            </p:nvGrpSpPr>
            <p:grpSpPr>
              <a:xfrm>
                <a:off x="8286941" y="3619717"/>
                <a:ext cx="3094337" cy="2591241"/>
                <a:chOff x="2372789" y="2110700"/>
                <a:chExt cx="3094337" cy="2591241"/>
              </a:xfrm>
            </p:grpSpPr>
            <p:sp>
              <p:nvSpPr>
                <p:cNvPr id="24" name="Hexagon 23">
                  <a:extLst>
                    <a:ext uri="{FF2B5EF4-FFF2-40B4-BE49-F238E27FC236}">
                      <a16:creationId xmlns:a16="http://schemas.microsoft.com/office/drawing/2014/main" id="{CE1F926C-6210-40A9-3277-F03B9FA6AF40}"/>
                    </a:ext>
                  </a:extLst>
                </p:cNvPr>
                <p:cNvSpPr/>
                <p:nvPr/>
              </p:nvSpPr>
              <p:spPr>
                <a:xfrm>
                  <a:off x="2372789" y="2110700"/>
                  <a:ext cx="3094337" cy="2591241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u="sng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4E4F7A2-B34A-78C3-AA3C-245A9F1038D4}"/>
                    </a:ext>
                  </a:extLst>
                </p:cNvPr>
                <p:cNvSpPr txBox="1"/>
                <p:nvPr/>
              </p:nvSpPr>
              <p:spPr>
                <a:xfrm>
                  <a:off x="2542775" y="3653010"/>
                  <a:ext cx="2743199" cy="1015663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蛇</a:t>
                  </a:r>
                  <a:endParaRPr lang="ja-JP" altLang="en-US" sz="1200" u="sng">
                    <a:highlight>
                      <a:srgbClr val="FFFFFF"/>
                    </a:highlight>
                    <a:latin typeface="Comic Sans MS"/>
                  </a:endParaRPr>
                </a:p>
                <a:p>
                  <a:pPr algn="ctr"/>
                  <a:r>
                    <a:rPr lang="ja-JP" altLang="en-US" sz="1200" b="1" u="sng">
                      <a:highlight>
                        <a:srgbClr val="FFFFFF"/>
                      </a:highlight>
                      <a:latin typeface="Comic Sans MS"/>
                    </a:rPr>
                    <a:t>へ</a:t>
                  </a:r>
                  <a:r>
                    <a:rPr 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び</a:t>
                  </a:r>
                  <a:endParaRPr lang="ja-JP" sz="1200" u="sng">
                    <a:highlight>
                      <a:srgbClr val="FFFFFF"/>
                    </a:highlight>
                    <a:latin typeface="Comic Sans MS"/>
                    <a:ea typeface="ＭＳ Ｐゴシック"/>
                  </a:endParaRPr>
                </a:p>
                <a:p>
                  <a:pPr algn="ctr"/>
                  <a:r>
                    <a:rPr lang="ja-JP" altLang="en-US" sz="1200" b="1" u="sng">
                      <a:highlight>
                        <a:srgbClr val="FFFFFF"/>
                      </a:highlight>
                      <a:latin typeface="Comic Sans MS"/>
                    </a:rPr>
                    <a:t>ヘ</a:t>
                  </a:r>
                  <a:r>
                    <a:rPr 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ビ</a:t>
                  </a:r>
                  <a:endParaRPr lang="ja-JP" sz="1200" u="sng">
                    <a:highlight>
                      <a:srgbClr val="FFFFFF"/>
                    </a:highlight>
                    <a:latin typeface="Comic Sans MS"/>
                  </a:endParaRPr>
                </a:p>
                <a:p>
                  <a:pPr algn="ctr"/>
                  <a:r>
                    <a:rPr lang="en-US" sz="1200" b="1" u="sng">
                      <a:highlight>
                        <a:srgbClr val="FFFFFF"/>
                      </a:highlight>
                      <a:latin typeface="Comic Sans MS"/>
                    </a:rPr>
                    <a:t>He-Bee</a:t>
                  </a:r>
                  <a:endParaRPr lang="ja-JP" altLang="en-US" sz="1200" u="sng">
                    <a:highlight>
                      <a:srgbClr val="FFFFFF"/>
                    </a:highlight>
                    <a:latin typeface="Comic Sans MS"/>
                  </a:endParaRPr>
                </a:p>
                <a:p>
                  <a:pPr algn="ctr"/>
                  <a:r>
                    <a:rPr lang="en-US" sz="1200" b="1" u="sng">
                      <a:highlight>
                        <a:srgbClr val="FFFFFF"/>
                      </a:highlight>
                      <a:latin typeface="Comic Sans MS"/>
                    </a:rPr>
                    <a:t>Snake</a:t>
                  </a:r>
                  <a:endParaRPr lang="ja-JP" u="sng"/>
                </a:p>
              </p:txBody>
            </p:sp>
          </p:grpSp>
          <p:pic>
            <p:nvPicPr>
              <p:cNvPr id="26" name="Picture 25" descr="A yellow and black bee&#10;&#10;AI-generated content may be incorrect.">
                <a:extLst>
                  <a:ext uri="{FF2B5EF4-FFF2-40B4-BE49-F238E27FC236}">
                    <a16:creationId xmlns:a16="http://schemas.microsoft.com/office/drawing/2014/main" id="{4867DBA5-6E57-3D74-991D-FF8632FD0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14438" y="3585662"/>
                <a:ext cx="1455420" cy="1559559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1C69789-5B64-23F3-6824-51FC07AC80F3}"/>
                </a:ext>
              </a:extLst>
            </p:cNvPr>
            <p:cNvGrpSpPr/>
            <p:nvPr/>
          </p:nvGrpSpPr>
          <p:grpSpPr>
            <a:xfrm>
              <a:off x="6931659" y="1383577"/>
              <a:ext cx="3094337" cy="2591241"/>
              <a:chOff x="2372789" y="2110700"/>
              <a:chExt cx="3094337" cy="2591241"/>
            </a:xfrm>
          </p:grpSpPr>
          <p:sp>
            <p:nvSpPr>
              <p:cNvPr id="30" name="Hexagon 29">
                <a:extLst>
                  <a:ext uri="{FF2B5EF4-FFF2-40B4-BE49-F238E27FC236}">
                    <a16:creationId xmlns:a16="http://schemas.microsoft.com/office/drawing/2014/main" id="{AAB28018-A81A-676A-8308-7116B98237FA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7D0641-291E-034F-8E59-B046836E47E0}"/>
                  </a:ext>
                </a:extLst>
              </p:cNvPr>
              <p:cNvSpPr txBox="1"/>
              <p:nvPr/>
            </p:nvSpPr>
            <p:spPr>
              <a:xfrm>
                <a:off x="2512295" y="3683490"/>
                <a:ext cx="2743199" cy="101566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海老</a:t>
                </a:r>
                <a:endParaRPr lang="ja-JP" altLang="en-US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え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び</a:t>
                </a:r>
                <a:endParaRPr lang="ja-JP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エ</a:t>
                </a:r>
                <a:r>
                  <a:rPr lang="ja-JP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ビ</a:t>
                </a:r>
                <a:endParaRPr lang="ja-JP" sz="1200" u="sng">
                  <a:solidFill>
                    <a:srgbClr val="272320"/>
                  </a:solidFill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</a:rPr>
                  <a:t>E-Bee</a:t>
                </a:r>
                <a:endParaRPr lang="ja-JP" altLang="en-US" sz="1200" u="sng">
                  <a:solidFill>
                    <a:srgbClr val="272320"/>
                  </a:solidFill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</a:rPr>
                  <a:t>Shrimp</a:t>
                </a:r>
                <a:endParaRPr lang="en-US" altLang="ja-JP" u="sng"/>
              </a:p>
            </p:txBody>
          </p:sp>
        </p:grpSp>
        <p:pic>
          <p:nvPicPr>
            <p:cNvPr id="33" name="Picture 32" descr="A drawing of a bee&#10;&#10;AI-generated content may be incorrect.">
              <a:extLst>
                <a:ext uri="{FF2B5EF4-FFF2-40B4-BE49-F238E27FC236}">
                  <a16:creationId xmlns:a16="http://schemas.microsoft.com/office/drawing/2014/main" id="{61CA380C-59D9-F211-52AF-5306FDFE6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41958" y="1390067"/>
              <a:ext cx="1642044" cy="1520143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0600F79-6ABB-2D18-D7E9-ED7D27B1DA66}"/>
                </a:ext>
              </a:extLst>
            </p:cNvPr>
            <p:cNvGrpSpPr/>
            <p:nvPr/>
          </p:nvGrpSpPr>
          <p:grpSpPr>
            <a:xfrm>
              <a:off x="4389570" y="78781"/>
              <a:ext cx="3094337" cy="2591241"/>
              <a:chOff x="4389570" y="78781"/>
              <a:chExt cx="3094337" cy="2591241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341DCA5-1690-1127-2A19-D65EEE902D56}"/>
                  </a:ext>
                </a:extLst>
              </p:cNvPr>
              <p:cNvGrpSpPr/>
              <p:nvPr/>
            </p:nvGrpSpPr>
            <p:grpSpPr>
              <a:xfrm>
                <a:off x="4389570" y="78781"/>
                <a:ext cx="3094337" cy="2591241"/>
                <a:chOff x="2372789" y="2110700"/>
                <a:chExt cx="3094337" cy="2591241"/>
              </a:xfrm>
            </p:grpSpPr>
            <p:sp>
              <p:nvSpPr>
                <p:cNvPr id="34" name="Hexagon 33">
                  <a:extLst>
                    <a:ext uri="{FF2B5EF4-FFF2-40B4-BE49-F238E27FC236}">
                      <a16:creationId xmlns:a16="http://schemas.microsoft.com/office/drawing/2014/main" id="{EF879839-5A4E-4E72-8A07-B65DB5726E52}"/>
                    </a:ext>
                  </a:extLst>
                </p:cNvPr>
                <p:cNvSpPr/>
                <p:nvPr/>
              </p:nvSpPr>
              <p:spPr>
                <a:xfrm>
                  <a:off x="2372789" y="2110700"/>
                  <a:ext cx="3094337" cy="2591241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u="sng" dirty="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C19EC53-2F84-FEF7-F0C0-39CFCDE391E7}"/>
                    </a:ext>
                  </a:extLst>
                </p:cNvPr>
                <p:cNvSpPr txBox="1"/>
                <p:nvPr/>
              </p:nvSpPr>
              <p:spPr>
                <a:xfrm>
                  <a:off x="2543610" y="2545709"/>
                  <a:ext cx="2743199" cy="120032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altLang="ja-JP" sz="24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Types Of Bees</a:t>
                  </a:r>
                  <a:endParaRPr lang="en-US" u="sng">
                    <a:latin typeface="Aptos" panose="020B0004020202020204"/>
                    <a:ea typeface="ＭＳ Ｐゴシック"/>
                  </a:endParaRPr>
                </a:p>
                <a:p>
                  <a:pPr algn="ctr"/>
                  <a:r>
                    <a:rPr lang="en-US" alt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Japanese-American</a:t>
                  </a:r>
                  <a:endParaRPr lang="en-US" u="sng"/>
                </a:p>
                <a:p>
                  <a:pPr algn="ctr"/>
                  <a:r>
                    <a:rPr lang="en-US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Pun Magnets</a:t>
                  </a:r>
                  <a:endParaRPr lang="en-US" u="sng"/>
                </a:p>
                <a:p>
                  <a:pPr algn="ctr"/>
                  <a:endParaRPr lang="en-US" altLang="ja-JP" sz="1200" b="1" u="sng" dirty="0">
                    <a:highlight>
                      <a:srgbClr val="FFFFFF"/>
                    </a:highlight>
                    <a:latin typeface="Comic Sans MS"/>
                    <a:ea typeface="ＭＳ Ｐゴシック"/>
                  </a:endParaRPr>
                </a:p>
                <a:p>
                  <a:pPr algn="ctr"/>
                  <a:r>
                    <a:rPr lang="en-US" altLang="ja-JP" sz="1200" b="1" u="sng">
                      <a:highlight>
                        <a:srgbClr val="FFFFFF"/>
                      </a:highlight>
                      <a:latin typeface="Comic Sans MS"/>
                      <a:ea typeface="ＭＳ Ｐゴシック"/>
                    </a:rPr>
                    <a:t>GaiGene.com</a:t>
                  </a:r>
                  <a:endParaRPr lang="en-US" altLang="ja-JP" sz="1200" b="1" u="sng" dirty="0">
                    <a:highlight>
                      <a:srgbClr val="FFFFFF"/>
                    </a:highlight>
                    <a:latin typeface="Comic Sans MS"/>
                    <a:ea typeface="ＭＳ Ｐゴシック"/>
                  </a:endParaRPr>
                </a:p>
              </p:txBody>
            </p:sp>
          </p:grpSp>
          <p:pic>
            <p:nvPicPr>
              <p:cNvPr id="36" name="Picture 35" descr="A qr code with a logo&#10;&#10;AI-generated content may be incorrect.">
                <a:extLst>
                  <a:ext uri="{FF2B5EF4-FFF2-40B4-BE49-F238E27FC236}">
                    <a16:creationId xmlns:a16="http://schemas.microsoft.com/office/drawing/2014/main" id="{DA9E1118-9430-677F-768E-472EFBFEA1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37536" y="1632754"/>
                <a:ext cx="962025" cy="96202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98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CF16-74BB-170D-2427-345BE75AF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8E8F998-19E6-B433-1AB8-D622D1C90F6C}"/>
              </a:ext>
            </a:extLst>
          </p:cNvPr>
          <p:cNvGrpSpPr/>
          <p:nvPr/>
        </p:nvGrpSpPr>
        <p:grpSpPr>
          <a:xfrm>
            <a:off x="2512522" y="1914042"/>
            <a:ext cx="2948201" cy="2598353"/>
            <a:chOff x="2372789" y="2110700"/>
            <a:chExt cx="3094337" cy="2598353"/>
          </a:xfrm>
        </p:grpSpPr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563C59C8-F02C-91B7-92A1-4FE45BD222B2}"/>
                </a:ext>
              </a:extLst>
            </p:cNvPr>
            <p:cNvSpPr/>
            <p:nvPr/>
          </p:nvSpPr>
          <p:spPr>
            <a:xfrm>
              <a:off x="2372789" y="2110700"/>
              <a:ext cx="3094337" cy="2591241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u="sng" dirty="0"/>
            </a:p>
          </p:txBody>
        </p:sp>
        <p:pic>
          <p:nvPicPr>
            <p:cNvPr id="12" name="Picture 11" descr="A logo of a bee&#10;&#10;AI-generated content may be incorrect.">
              <a:extLst>
                <a:ext uri="{FF2B5EF4-FFF2-40B4-BE49-F238E27FC236}">
                  <a16:creationId xmlns:a16="http://schemas.microsoft.com/office/drawing/2014/main" id="{8F46C711-4058-FE00-042E-1545BC05A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2830" y="2190928"/>
              <a:ext cx="1299481" cy="159621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B470AF-7241-1A96-F82A-3B4301251FDE}"/>
                </a:ext>
              </a:extLst>
            </p:cNvPr>
            <p:cNvSpPr txBox="1"/>
            <p:nvPr/>
          </p:nvSpPr>
          <p:spPr>
            <a:xfrm>
              <a:off x="2545163" y="3662613"/>
              <a:ext cx="2743199" cy="104644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ja-JP" sz="1400" b="1" u="sng">
                  <a:highlight>
                    <a:srgbClr val="FFFFFF"/>
                  </a:highlight>
                  <a:latin typeface="Comic Sans MS"/>
                  <a:ea typeface="ＭＳ Ｐゴシック"/>
                </a:rPr>
                <a:t>山葵</a:t>
              </a:r>
              <a:endParaRPr lang="en-US" sz="1400" u="sng">
                <a:highlight>
                  <a:srgbClr val="FFFFFF"/>
                </a:highlight>
                <a:latin typeface="Comic Sans MS"/>
                <a:ea typeface="ＭＳ Ｐゴシック"/>
              </a:endParaRPr>
            </a:p>
            <a:p>
              <a:pPr algn="ctr"/>
              <a:r>
                <a:rPr lang="ja-JP" sz="1200" b="1" u="sng">
                  <a:highlight>
                    <a:srgbClr val="FFFFFF"/>
                  </a:highlight>
                  <a:latin typeface="Comic Sans MS"/>
                  <a:ea typeface="ＭＳ Ｐゴシック"/>
                </a:rPr>
                <a:t>わさび</a:t>
              </a:r>
              <a:endParaRPr lang="en-US" sz="1200" u="sng">
                <a:highlight>
                  <a:srgbClr val="FFFFFF"/>
                </a:highlight>
                <a:latin typeface="Comic Sans MS"/>
                <a:ea typeface="ＭＳ Ｐゴシック"/>
              </a:endParaRPr>
            </a:p>
            <a:p>
              <a:pPr algn="ctr"/>
              <a:r>
                <a:rPr lang="ja-JP" sz="1200" b="1" u="sng">
                  <a:highlight>
                    <a:srgbClr val="FFFFFF"/>
                  </a:highlight>
                  <a:latin typeface="Comic Sans MS"/>
                  <a:ea typeface="ＭＳ Ｐゴシック"/>
                </a:rPr>
                <a:t>ワサビ</a:t>
              </a:r>
              <a:endParaRPr lang="en-US" sz="1200" u="sng">
                <a:highlight>
                  <a:srgbClr val="FFFFFF"/>
                </a:highlight>
                <a:latin typeface="Comic Sans MS"/>
              </a:endParaRPr>
            </a:p>
            <a:p>
              <a:pPr algn="ctr"/>
              <a:r>
                <a:rPr lang="en-US" sz="1200" b="1" u="sng" dirty="0" err="1">
                  <a:highlight>
                    <a:srgbClr val="FFFFFF"/>
                  </a:highlight>
                  <a:latin typeface="Comic Sans MS"/>
                </a:rPr>
                <a:t>Wa</a:t>
              </a:r>
              <a:r>
                <a:rPr lang="en-US" sz="1200" b="1" u="sng" dirty="0">
                  <a:highlight>
                    <a:srgbClr val="FFFFFF"/>
                  </a:highlight>
                  <a:latin typeface="Comic Sans MS"/>
                </a:rPr>
                <a:t>-</a:t>
              </a:r>
              <a:r>
                <a:rPr lang="en-US" sz="1200" b="1" u="sng" dirty="0" err="1">
                  <a:highlight>
                    <a:srgbClr val="FFFFFF"/>
                  </a:highlight>
                  <a:latin typeface="Comic Sans MS"/>
                </a:rPr>
                <a:t>sa</a:t>
              </a:r>
              <a:r>
                <a:rPr lang="en-US" sz="1200" b="1" u="sng" dirty="0">
                  <a:highlight>
                    <a:srgbClr val="FFFFFF"/>
                  </a:highlight>
                  <a:latin typeface="Comic Sans MS"/>
                </a:rPr>
                <a:t>-Bee</a:t>
              </a:r>
              <a:endParaRPr lang="en-US" sz="1200" u="sng" dirty="0">
                <a:highlight>
                  <a:srgbClr val="FFFFFF"/>
                </a:highlight>
                <a:latin typeface="Comic Sans MS"/>
              </a:endParaRPr>
            </a:p>
            <a:p>
              <a:pPr algn="ctr"/>
              <a:r>
                <a:rPr lang="en-US" sz="1200" b="1" u="sng">
                  <a:highlight>
                    <a:srgbClr val="FFFFFF"/>
                  </a:highlight>
                  <a:latin typeface="Comic Sans MS"/>
                </a:rPr>
                <a:t>Japanese  horseradish</a:t>
              </a:r>
              <a:endParaRPr lang="en-US" sz="1200" u="sng">
                <a:highlight>
                  <a:srgbClr val="FFFFFF"/>
                </a:highlight>
                <a:latin typeface="Comic Sans MS"/>
              </a:endParaRPr>
            </a:p>
          </p:txBody>
        </p:sp>
      </p:grpSp>
      <p:sp>
        <p:nvSpPr>
          <p:cNvPr id="4" name="Hexagon 3">
            <a:extLst>
              <a:ext uri="{FF2B5EF4-FFF2-40B4-BE49-F238E27FC236}">
                <a16:creationId xmlns:a16="http://schemas.microsoft.com/office/drawing/2014/main" id="{80225327-ADC9-2C41-D236-5ABDE55BB034}"/>
              </a:ext>
            </a:extLst>
          </p:cNvPr>
          <p:cNvSpPr/>
          <p:nvPr/>
        </p:nvSpPr>
        <p:spPr>
          <a:xfrm>
            <a:off x="182911" y="165726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696EB-71D7-A673-EF0D-FB598979D11F}"/>
              </a:ext>
            </a:extLst>
          </p:cNvPr>
          <p:cNvSpPr txBox="1"/>
          <p:nvPr/>
        </p:nvSpPr>
        <p:spPr>
          <a:xfrm>
            <a:off x="214609" y="1202725"/>
            <a:ext cx="18548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1200" b="1" u="sng">
                <a:highlight>
                  <a:srgbClr val="FFFFFF"/>
                </a:highlight>
                <a:latin typeface="Comic Sans MS"/>
                <a:ea typeface="ＭＳ Ｐゴシック"/>
              </a:rPr>
              <a:t>び</a:t>
            </a:r>
            <a:endParaRPr lang="ja-JP" altLang="en-US" sz="1200" u="sng">
              <a:highlight>
                <a:srgbClr val="FFFFFF"/>
              </a:highlight>
              <a:latin typeface="Comic Sans MS"/>
              <a:ea typeface="ＭＳ Ｐゴシック"/>
            </a:endParaRPr>
          </a:p>
          <a:p>
            <a:pPr algn="ctr"/>
            <a:r>
              <a:rPr lang="ja-JP" sz="1200" b="1" u="sng">
                <a:solidFill>
                  <a:srgbClr val="272320"/>
                </a:solidFill>
                <a:highlight>
                  <a:srgbClr val="FFFFFF"/>
                </a:highlight>
                <a:latin typeface="Comic Sans MS"/>
                <a:ea typeface="ＭＳ Ｐゴシック"/>
              </a:rPr>
              <a:t>ビ</a:t>
            </a:r>
            <a:endParaRPr lang="ja-JP" altLang="en-US" sz="1200" u="sng">
              <a:solidFill>
                <a:srgbClr val="272320"/>
              </a:solidFill>
              <a:highlight>
                <a:srgbClr val="FFFFFF"/>
              </a:highlight>
              <a:latin typeface="Comic Sans MS"/>
            </a:endParaRPr>
          </a:p>
          <a:p>
            <a:pPr algn="ctr"/>
            <a:r>
              <a:rPr lang="en-US" sz="1200" b="1" u="sng">
                <a:solidFill>
                  <a:srgbClr val="272320"/>
                </a:solidFill>
                <a:highlight>
                  <a:srgbClr val="FFFFFF"/>
                </a:highlight>
                <a:latin typeface="Comic Sans MS"/>
              </a:rPr>
              <a:t>Bee</a:t>
            </a:r>
            <a:endParaRPr lang="en-US" sz="1200" u="sng">
              <a:latin typeface="Comic Sans MS"/>
            </a:endParaRPr>
          </a:p>
        </p:txBody>
      </p:sp>
      <p:pic>
        <p:nvPicPr>
          <p:cNvPr id="14" name="Picture 13" descr="A logo of a bee&#10;&#10;AI-generated content may be incorrect.">
            <a:extLst>
              <a:ext uri="{FF2B5EF4-FFF2-40B4-BE49-F238E27FC236}">
                <a16:creationId xmlns:a16="http://schemas.microsoft.com/office/drawing/2014/main" id="{B0714414-EEF2-C630-ABB6-A6117DEAE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3730"/>
            <a:ext cx="1017760" cy="122265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8E8FFEF-0383-D2C5-9126-6091272BC1D6}"/>
              </a:ext>
            </a:extLst>
          </p:cNvPr>
          <p:cNvGrpSpPr/>
          <p:nvPr/>
        </p:nvGrpSpPr>
        <p:grpSpPr>
          <a:xfrm>
            <a:off x="-5151" y="2778942"/>
            <a:ext cx="3094337" cy="2591241"/>
            <a:chOff x="2372789" y="2110700"/>
            <a:chExt cx="3094337" cy="259124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D6F892B-6288-5834-FA27-D0314881E9EF}"/>
                </a:ext>
              </a:extLst>
            </p:cNvPr>
            <p:cNvGrpSpPr/>
            <p:nvPr/>
          </p:nvGrpSpPr>
          <p:grpSpPr>
            <a:xfrm>
              <a:off x="2372789" y="2110700"/>
              <a:ext cx="3094337" cy="2591241"/>
              <a:chOff x="2372789" y="2110700"/>
              <a:chExt cx="3094337" cy="2591241"/>
            </a:xfrm>
          </p:grpSpPr>
          <p:sp>
            <p:nvSpPr>
              <p:cNvPr id="19" name="Hexagon 18">
                <a:extLst>
                  <a:ext uri="{FF2B5EF4-FFF2-40B4-BE49-F238E27FC236}">
                    <a16:creationId xmlns:a16="http://schemas.microsoft.com/office/drawing/2014/main" id="{9ACA411F-5FAA-1A00-56C2-004E14DF12A0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EC5268-0732-7AF3-47FA-9D31E4306101}"/>
                  </a:ext>
                </a:extLst>
              </p:cNvPr>
              <p:cNvSpPr txBox="1"/>
              <p:nvPr/>
            </p:nvSpPr>
            <p:spPr>
              <a:xfrm>
                <a:off x="2542775" y="3409170"/>
                <a:ext cx="2743199" cy="83099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ち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び</a:t>
                </a:r>
                <a:endParaRPr lang="ja-JP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チ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ビ</a:t>
                </a:r>
                <a:endParaRPr lang="ja-JP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Chi-Bee</a:t>
                </a:r>
                <a:endParaRPr lang="ja-JP" altLang="en-US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Small, tiny, little one</a:t>
                </a:r>
                <a:endParaRPr lang="en-US" altLang="ja-JP" u="sng"/>
              </a:p>
            </p:txBody>
          </p:sp>
        </p:grpSp>
        <p:pic>
          <p:nvPicPr>
            <p:cNvPr id="18" name="Picture 17" descr="A logo of a bee&#10;&#10;AI-generated content may be incorrect.">
              <a:extLst>
                <a:ext uri="{FF2B5EF4-FFF2-40B4-BE49-F238E27FC236}">
                  <a16:creationId xmlns:a16="http://schemas.microsoft.com/office/drawing/2014/main" id="{92FA8A81-3BA7-9510-5A7C-B7E209866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6696" y="2399181"/>
              <a:ext cx="783853" cy="932394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42AD94-7968-92C5-F06D-14B846F01273}"/>
              </a:ext>
            </a:extLst>
          </p:cNvPr>
          <p:cNvGrpSpPr/>
          <p:nvPr/>
        </p:nvGrpSpPr>
        <p:grpSpPr>
          <a:xfrm>
            <a:off x="6513950" y="4236737"/>
            <a:ext cx="2958639" cy="2616537"/>
            <a:chOff x="8328694" y="3585662"/>
            <a:chExt cx="3094337" cy="262698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51BB1D0-4305-E538-7C95-6C6456931C7B}"/>
                </a:ext>
              </a:extLst>
            </p:cNvPr>
            <p:cNvGrpSpPr/>
            <p:nvPr/>
          </p:nvGrpSpPr>
          <p:grpSpPr>
            <a:xfrm>
              <a:off x="8328694" y="3619717"/>
              <a:ext cx="3094337" cy="2592927"/>
              <a:chOff x="2414542" y="2110700"/>
              <a:chExt cx="3094337" cy="2592927"/>
            </a:xfrm>
          </p:grpSpPr>
          <p:sp>
            <p:nvSpPr>
              <p:cNvPr id="24" name="Hexagon 23">
                <a:extLst>
                  <a:ext uri="{FF2B5EF4-FFF2-40B4-BE49-F238E27FC236}">
                    <a16:creationId xmlns:a16="http://schemas.microsoft.com/office/drawing/2014/main" id="{7DDFA975-CBDD-27DE-FE72-24085932D55B}"/>
                  </a:ext>
                </a:extLst>
              </p:cNvPr>
              <p:cNvSpPr/>
              <p:nvPr/>
            </p:nvSpPr>
            <p:spPr>
              <a:xfrm>
                <a:off x="2414542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19A271-2CCC-24BD-FD86-1B81A049685A}"/>
                  </a:ext>
                </a:extLst>
              </p:cNvPr>
              <p:cNvSpPr txBox="1"/>
              <p:nvPr/>
            </p:nvSpPr>
            <p:spPr>
              <a:xfrm>
                <a:off x="2542776" y="3653010"/>
                <a:ext cx="2743199" cy="105061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sz="14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蛇</a:t>
                </a:r>
                <a:endParaRPr lang="ja-JP" altLang="en-US" sz="14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</a:rPr>
                  <a:t>へ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び</a:t>
                </a:r>
                <a:endParaRPr lang="ja-JP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</a:rPr>
                  <a:t>ヘ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ビ</a:t>
                </a:r>
                <a:endParaRPr lang="ja-JP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He-Bee</a:t>
                </a:r>
                <a:endParaRPr lang="ja-JP" altLang="en-US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Snake</a:t>
                </a:r>
                <a:endParaRPr lang="ja-JP" u="sng"/>
              </a:p>
            </p:txBody>
          </p:sp>
        </p:grpSp>
        <p:pic>
          <p:nvPicPr>
            <p:cNvPr id="26" name="Picture 25" descr="A yellow and black bee&#10;&#10;AI-generated content may be incorrect.">
              <a:extLst>
                <a:ext uri="{FF2B5EF4-FFF2-40B4-BE49-F238E27FC236}">
                  <a16:creationId xmlns:a16="http://schemas.microsoft.com/office/drawing/2014/main" id="{47C21186-02C1-BE66-787F-D1C8B014A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14438" y="3585662"/>
              <a:ext cx="1455420" cy="155955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DA6E94A-3295-798A-E481-A6FF8413EAFA}"/>
              </a:ext>
            </a:extLst>
          </p:cNvPr>
          <p:cNvGrpSpPr/>
          <p:nvPr/>
        </p:nvGrpSpPr>
        <p:grpSpPr>
          <a:xfrm>
            <a:off x="9395110" y="4239738"/>
            <a:ext cx="2969077" cy="2623178"/>
            <a:chOff x="4551713" y="836834"/>
            <a:chExt cx="2969077" cy="26231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7F23B4B-7187-F260-7D5B-FB6FB253F15A}"/>
                </a:ext>
              </a:extLst>
            </p:cNvPr>
            <p:cNvGrpSpPr/>
            <p:nvPr/>
          </p:nvGrpSpPr>
          <p:grpSpPr>
            <a:xfrm>
              <a:off x="4551713" y="840782"/>
              <a:ext cx="2969077" cy="2619230"/>
              <a:chOff x="2372789" y="2110700"/>
              <a:chExt cx="2969077" cy="2619230"/>
            </a:xfrm>
          </p:grpSpPr>
          <p:sp>
            <p:nvSpPr>
              <p:cNvPr id="30" name="Hexagon 29">
                <a:extLst>
                  <a:ext uri="{FF2B5EF4-FFF2-40B4-BE49-F238E27FC236}">
                    <a16:creationId xmlns:a16="http://schemas.microsoft.com/office/drawing/2014/main" id="{3DBBFDEA-3912-740A-1D91-FD35DA22E74B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296907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02CC8E-25A8-EC68-8950-7F4C4076A53D}"/>
                  </a:ext>
                </a:extLst>
              </p:cNvPr>
              <p:cNvSpPr txBox="1"/>
              <p:nvPr/>
            </p:nvSpPr>
            <p:spPr>
              <a:xfrm>
                <a:off x="2512295" y="3683490"/>
                <a:ext cx="2743199" cy="10464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altLang="en-US" sz="14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海老</a:t>
                </a:r>
                <a:endParaRPr lang="ja-JP" altLang="en-US" sz="14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え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び</a:t>
                </a:r>
                <a:endParaRPr lang="ja-JP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エ</a:t>
                </a:r>
                <a:r>
                  <a:rPr lang="ja-JP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ビ</a:t>
                </a:r>
                <a:endParaRPr lang="ja-JP" sz="1200" u="sng">
                  <a:solidFill>
                    <a:srgbClr val="272320"/>
                  </a:solidFill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</a:rPr>
                  <a:t>E-Bee</a:t>
                </a:r>
                <a:endParaRPr lang="ja-JP" altLang="en-US" sz="1200" u="sng">
                  <a:solidFill>
                    <a:srgbClr val="272320"/>
                  </a:solidFill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solidFill>
                      <a:srgbClr val="272320"/>
                    </a:solidFill>
                    <a:highlight>
                      <a:srgbClr val="FFFFFF"/>
                    </a:highlight>
                    <a:latin typeface="Comic Sans MS"/>
                  </a:rPr>
                  <a:t>Shrimp</a:t>
                </a:r>
                <a:endParaRPr lang="en-US" altLang="ja-JP" u="sng"/>
              </a:p>
            </p:txBody>
          </p:sp>
        </p:grpSp>
        <p:pic>
          <p:nvPicPr>
            <p:cNvPr id="33" name="Picture 32" descr="A drawing of a bee&#10;&#10;AI-generated content may be incorrect.">
              <a:extLst>
                <a:ext uri="{FF2B5EF4-FFF2-40B4-BE49-F238E27FC236}">
                  <a16:creationId xmlns:a16="http://schemas.microsoft.com/office/drawing/2014/main" id="{1EF1254C-FCED-CC75-37CA-8D1DDE6EA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7711" y="836834"/>
              <a:ext cx="1642044" cy="152014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0C9195B-CF39-6758-F409-D9ABCC840798}"/>
              </a:ext>
            </a:extLst>
          </p:cNvPr>
          <p:cNvGrpSpPr/>
          <p:nvPr/>
        </p:nvGrpSpPr>
        <p:grpSpPr>
          <a:xfrm>
            <a:off x="1679404" y="5367625"/>
            <a:ext cx="2743199" cy="2080989"/>
            <a:chOff x="4560391" y="513790"/>
            <a:chExt cx="2743199" cy="208098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BD1D8F5-33B7-8C4E-376B-A88D51AC4CA6}"/>
                </a:ext>
              </a:extLst>
            </p:cNvPr>
            <p:cNvSpPr txBox="1"/>
            <p:nvPr/>
          </p:nvSpPr>
          <p:spPr>
            <a:xfrm>
              <a:off x="4560391" y="513790"/>
              <a:ext cx="2743199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2400" b="1" u="sng">
                  <a:highlight>
                    <a:srgbClr val="FFFFFF"/>
                  </a:highlight>
                  <a:latin typeface="Comic Sans MS"/>
                  <a:ea typeface="ＭＳ Ｐゴシック"/>
                </a:rPr>
                <a:t>Types Of Bees</a:t>
              </a:r>
              <a:endParaRPr lang="en-US" u="sng">
                <a:latin typeface="Aptos" panose="020B0004020202020204"/>
                <a:ea typeface="ＭＳ Ｐゴシック"/>
              </a:endParaRPr>
            </a:p>
            <a:p>
              <a:pPr algn="ctr"/>
              <a:r>
                <a:rPr lang="en-US" altLang="ja-JP" sz="1200" b="1" u="sng">
                  <a:highlight>
                    <a:srgbClr val="FFFFFF"/>
                  </a:highlight>
                  <a:latin typeface="Comic Sans MS"/>
                  <a:ea typeface="ＭＳ Ｐゴシック"/>
                </a:rPr>
                <a:t>Japanese-American</a:t>
              </a:r>
              <a:endParaRPr lang="en-US" u="sng"/>
            </a:p>
            <a:p>
              <a:pPr algn="ctr"/>
              <a:r>
                <a:rPr lang="en-US" sz="1200" b="1" u="sng">
                  <a:highlight>
                    <a:srgbClr val="FFFFFF"/>
                  </a:highlight>
                  <a:latin typeface="Comic Sans MS"/>
                  <a:ea typeface="ＭＳ Ｐゴシック"/>
                </a:rPr>
                <a:t>Pun Magnets</a:t>
              </a:r>
              <a:endParaRPr lang="en-US" u="sng"/>
            </a:p>
            <a:p>
              <a:pPr algn="ctr"/>
              <a:endParaRPr lang="en-US" altLang="ja-JP" sz="1200" b="1" u="sng" dirty="0">
                <a:highlight>
                  <a:srgbClr val="FFFFFF"/>
                </a:highlight>
                <a:latin typeface="Comic Sans MS"/>
                <a:ea typeface="ＭＳ Ｐゴシック"/>
              </a:endParaRPr>
            </a:p>
            <a:p>
              <a:pPr algn="ctr"/>
              <a:r>
                <a:rPr lang="en-US" altLang="ja-JP" sz="1200" b="1" u="sng">
                  <a:highlight>
                    <a:srgbClr val="FFFFFF"/>
                  </a:highlight>
                  <a:latin typeface="Comic Sans MS"/>
                  <a:ea typeface="ＭＳ Ｐゴシック"/>
                </a:rPr>
                <a:t>GaiGene.com</a:t>
              </a:r>
              <a:endParaRPr lang="en-US" altLang="ja-JP" sz="1200" b="1" u="sng" dirty="0">
                <a:highlight>
                  <a:srgbClr val="FFFFFF"/>
                </a:highlight>
                <a:latin typeface="Comic Sans MS"/>
                <a:ea typeface="ＭＳ Ｐゴシック"/>
              </a:endParaRPr>
            </a:p>
          </p:txBody>
        </p:sp>
        <p:pic>
          <p:nvPicPr>
            <p:cNvPr id="36" name="Picture 35" descr="A qr code with a logo&#10;&#10;AI-generated content may be incorrect.">
              <a:extLst>
                <a:ext uri="{FF2B5EF4-FFF2-40B4-BE49-F238E27FC236}">
                  <a16:creationId xmlns:a16="http://schemas.microsoft.com/office/drawing/2014/main" id="{B3A07075-E4FD-7ECE-A14A-F7B6A81F8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37536" y="1632754"/>
              <a:ext cx="962025" cy="962025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6E3396B-1868-0A0B-DF42-2BDEC4DB2F5F}"/>
              </a:ext>
            </a:extLst>
          </p:cNvPr>
          <p:cNvGrpSpPr/>
          <p:nvPr/>
        </p:nvGrpSpPr>
        <p:grpSpPr>
          <a:xfrm>
            <a:off x="3429069" y="3060778"/>
            <a:ext cx="3094337" cy="2591241"/>
            <a:chOff x="2372789" y="2110700"/>
            <a:chExt cx="3094337" cy="25912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47B05F-C29C-2BB4-346F-75D79B706191}"/>
                </a:ext>
              </a:extLst>
            </p:cNvPr>
            <p:cNvGrpSpPr/>
            <p:nvPr/>
          </p:nvGrpSpPr>
          <p:grpSpPr>
            <a:xfrm>
              <a:off x="2372789" y="2110700"/>
              <a:ext cx="3094337" cy="2591241"/>
              <a:chOff x="2372789" y="2110700"/>
              <a:chExt cx="3094337" cy="2591241"/>
            </a:xfrm>
          </p:grpSpPr>
          <p:sp>
            <p:nvSpPr>
              <p:cNvPr id="23" name="Hexagon 22">
                <a:extLst>
                  <a:ext uri="{FF2B5EF4-FFF2-40B4-BE49-F238E27FC236}">
                    <a16:creationId xmlns:a16="http://schemas.microsoft.com/office/drawing/2014/main" id="{9C0FF22E-759C-7CC7-B687-55A5CEA2159D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92DBC9-E566-A246-5CA1-9DC13FBEAAE2}"/>
                  </a:ext>
                </a:extLst>
              </p:cNvPr>
              <p:cNvSpPr txBox="1"/>
              <p:nvPr/>
            </p:nvSpPr>
            <p:spPr>
              <a:xfrm>
                <a:off x="2542775" y="3409170"/>
                <a:ext cx="2743199" cy="83099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ち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び</a:t>
                </a:r>
                <a:endParaRPr lang="ja-JP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チ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ビ</a:t>
                </a:r>
                <a:endParaRPr lang="ja-JP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Chi-Bee</a:t>
                </a:r>
                <a:endParaRPr lang="ja-JP" altLang="en-US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Small, tiny, little one</a:t>
                </a:r>
                <a:endParaRPr lang="en-US" altLang="ja-JP" u="sng"/>
              </a:p>
            </p:txBody>
          </p:sp>
        </p:grpSp>
        <p:pic>
          <p:nvPicPr>
            <p:cNvPr id="21" name="Picture 20" descr="A logo of a bee&#10;&#10;AI-generated content may be incorrect.">
              <a:extLst>
                <a:ext uri="{FF2B5EF4-FFF2-40B4-BE49-F238E27FC236}">
                  <a16:creationId xmlns:a16="http://schemas.microsoft.com/office/drawing/2014/main" id="{6535D22D-09B8-112A-D1BF-0F5238C76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6696" y="2399181"/>
              <a:ext cx="783853" cy="932394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6A8697B-DEEE-6AD5-7283-B42A7118284E}"/>
              </a:ext>
            </a:extLst>
          </p:cNvPr>
          <p:cNvGrpSpPr/>
          <p:nvPr/>
        </p:nvGrpSpPr>
        <p:grpSpPr>
          <a:xfrm>
            <a:off x="6184794" y="2622367"/>
            <a:ext cx="3094337" cy="2591241"/>
            <a:chOff x="2372789" y="2110700"/>
            <a:chExt cx="3094337" cy="259124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33EC9EA-8FA0-B774-A400-14EB90ED4B5F}"/>
                </a:ext>
              </a:extLst>
            </p:cNvPr>
            <p:cNvGrpSpPr/>
            <p:nvPr/>
          </p:nvGrpSpPr>
          <p:grpSpPr>
            <a:xfrm>
              <a:off x="2372789" y="2110700"/>
              <a:ext cx="3094337" cy="2591241"/>
              <a:chOff x="2372789" y="2110700"/>
              <a:chExt cx="3094337" cy="2591241"/>
            </a:xfrm>
          </p:grpSpPr>
          <p:sp>
            <p:nvSpPr>
              <p:cNvPr id="42" name="Hexagon 41">
                <a:extLst>
                  <a:ext uri="{FF2B5EF4-FFF2-40B4-BE49-F238E27FC236}">
                    <a16:creationId xmlns:a16="http://schemas.microsoft.com/office/drawing/2014/main" id="{386A2972-EC2F-871A-D008-5BA0CDF395AA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D5B3CE7-0F18-FB1D-2501-BA6DEA9EB4FD}"/>
                  </a:ext>
                </a:extLst>
              </p:cNvPr>
              <p:cNvSpPr txBox="1"/>
              <p:nvPr/>
            </p:nvSpPr>
            <p:spPr>
              <a:xfrm>
                <a:off x="2542775" y="3409170"/>
                <a:ext cx="2743199" cy="83099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ち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び</a:t>
                </a:r>
                <a:endParaRPr lang="ja-JP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チ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ビ</a:t>
                </a:r>
                <a:endParaRPr lang="ja-JP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Chi-Bee</a:t>
                </a:r>
                <a:endParaRPr lang="ja-JP" altLang="en-US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Small, tiny, little one</a:t>
                </a:r>
                <a:endParaRPr lang="en-US" altLang="ja-JP" u="sng"/>
              </a:p>
            </p:txBody>
          </p:sp>
        </p:grpSp>
        <p:pic>
          <p:nvPicPr>
            <p:cNvPr id="41" name="Picture 40" descr="A logo of a bee&#10;&#10;AI-generated content may be incorrect.">
              <a:extLst>
                <a:ext uri="{FF2B5EF4-FFF2-40B4-BE49-F238E27FC236}">
                  <a16:creationId xmlns:a16="http://schemas.microsoft.com/office/drawing/2014/main" id="{A52F07C0-B88D-4AC7-1EDF-A4F7D9861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6696" y="2399181"/>
              <a:ext cx="783853" cy="93239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BD0C2A4-6BED-6015-319F-D8D829E57F66}"/>
              </a:ext>
            </a:extLst>
          </p:cNvPr>
          <p:cNvGrpSpPr/>
          <p:nvPr/>
        </p:nvGrpSpPr>
        <p:grpSpPr>
          <a:xfrm>
            <a:off x="9274547" y="2622367"/>
            <a:ext cx="3094337" cy="2591241"/>
            <a:chOff x="2372789" y="2110700"/>
            <a:chExt cx="3094337" cy="259124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1A54F69-ABCF-162C-3251-EBA2B257B909}"/>
                </a:ext>
              </a:extLst>
            </p:cNvPr>
            <p:cNvGrpSpPr/>
            <p:nvPr/>
          </p:nvGrpSpPr>
          <p:grpSpPr>
            <a:xfrm>
              <a:off x="2372789" y="2110700"/>
              <a:ext cx="3094337" cy="2591241"/>
              <a:chOff x="2372789" y="2110700"/>
              <a:chExt cx="3094337" cy="2591241"/>
            </a:xfrm>
          </p:grpSpPr>
          <p:sp>
            <p:nvSpPr>
              <p:cNvPr id="47" name="Hexagon 46">
                <a:extLst>
                  <a:ext uri="{FF2B5EF4-FFF2-40B4-BE49-F238E27FC236}">
                    <a16:creationId xmlns:a16="http://schemas.microsoft.com/office/drawing/2014/main" id="{4BAADA8C-91FF-CBBB-6CD1-88B639D23FB9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u="sng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30842D3-54AD-5C33-F2A3-9FABC486D0A3}"/>
                  </a:ext>
                </a:extLst>
              </p:cNvPr>
              <p:cNvSpPr txBox="1"/>
              <p:nvPr/>
            </p:nvSpPr>
            <p:spPr>
              <a:xfrm>
                <a:off x="2542775" y="3409170"/>
                <a:ext cx="2743199" cy="83099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ち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び</a:t>
                </a:r>
                <a:endParaRPr lang="ja-JP" sz="1200" u="sng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  <a:p>
                <a:pPr algn="ctr"/>
                <a:r>
                  <a:rPr lang="ja-JP" altLang="en-US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チ</a:t>
                </a:r>
                <a:r>
                  <a:rPr lang="ja-JP" sz="1200" b="1" u="sng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ビ</a:t>
                </a:r>
                <a:endParaRPr lang="ja-JP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Chi-Bee</a:t>
                </a:r>
                <a:endParaRPr lang="ja-JP" altLang="en-US" sz="1200" u="sng">
                  <a:highlight>
                    <a:srgbClr val="FFFFFF"/>
                  </a:highlight>
                  <a:latin typeface="Comic Sans MS"/>
                </a:endParaRPr>
              </a:p>
              <a:p>
                <a:pPr algn="ctr"/>
                <a:r>
                  <a:rPr lang="en-US" sz="1200" b="1" u="sng">
                    <a:highlight>
                      <a:srgbClr val="FFFFFF"/>
                    </a:highlight>
                    <a:latin typeface="Comic Sans MS"/>
                  </a:rPr>
                  <a:t>Small, tiny, little one</a:t>
                </a:r>
                <a:endParaRPr lang="en-US" altLang="ja-JP" u="sng"/>
              </a:p>
            </p:txBody>
          </p:sp>
        </p:grpSp>
        <p:pic>
          <p:nvPicPr>
            <p:cNvPr id="46" name="Picture 45" descr="A logo of a bee&#10;&#10;AI-generated content may be incorrect.">
              <a:extLst>
                <a:ext uri="{FF2B5EF4-FFF2-40B4-BE49-F238E27FC236}">
                  <a16:creationId xmlns:a16="http://schemas.microsoft.com/office/drawing/2014/main" id="{B74312DB-5C10-55E0-6CCD-999123284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6696" y="2399181"/>
              <a:ext cx="783853" cy="932394"/>
            </a:xfrm>
            <a:prstGeom prst="rect">
              <a:avLst/>
            </a:prstGeom>
          </p:spPr>
        </p:pic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235C4F8-9648-BB8F-2D1F-8FA89A70D144}"/>
              </a:ext>
            </a:extLst>
          </p:cNvPr>
          <p:cNvCxnSpPr/>
          <p:nvPr/>
        </p:nvCxnSpPr>
        <p:spPr>
          <a:xfrm flipV="1">
            <a:off x="3074722" y="-507095"/>
            <a:ext cx="15240" cy="68580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2A266F-C488-9BB0-993C-4264116EC151}"/>
              </a:ext>
            </a:extLst>
          </p:cNvPr>
          <p:cNvCxnSpPr>
            <a:cxnSpLocks/>
          </p:cNvCxnSpPr>
          <p:nvPr/>
        </p:nvCxnSpPr>
        <p:spPr>
          <a:xfrm flipV="1">
            <a:off x="799160" y="-507095"/>
            <a:ext cx="15240" cy="68580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9C167B-FEFF-7C42-D2C4-4B6CB90E0A80}"/>
              </a:ext>
            </a:extLst>
          </p:cNvPr>
          <p:cNvCxnSpPr/>
          <p:nvPr/>
        </p:nvCxnSpPr>
        <p:spPr>
          <a:xfrm flipH="1" flipV="1">
            <a:off x="-791018" y="720247"/>
            <a:ext cx="1022123" cy="563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27C2AB-2502-B466-CD90-CA551C4C76B0}"/>
              </a:ext>
            </a:extLst>
          </p:cNvPr>
          <p:cNvCxnSpPr>
            <a:cxnSpLocks/>
          </p:cNvCxnSpPr>
          <p:nvPr/>
        </p:nvCxnSpPr>
        <p:spPr>
          <a:xfrm flipH="1" flipV="1">
            <a:off x="-791018" y="3423780"/>
            <a:ext cx="1022123" cy="563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Hexagon 33">
            <a:extLst>
              <a:ext uri="{FF2B5EF4-FFF2-40B4-BE49-F238E27FC236}">
                <a16:creationId xmlns:a16="http://schemas.microsoft.com/office/drawing/2014/main" id="{7BA567F9-420F-B1D4-F833-DA9BD62C3FB1}"/>
              </a:ext>
            </a:extLst>
          </p:cNvPr>
          <p:cNvSpPr/>
          <p:nvPr/>
        </p:nvSpPr>
        <p:spPr>
          <a:xfrm>
            <a:off x="2134883" y="165726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49" name="Hexagon 48">
            <a:extLst>
              <a:ext uri="{FF2B5EF4-FFF2-40B4-BE49-F238E27FC236}">
                <a16:creationId xmlns:a16="http://schemas.microsoft.com/office/drawing/2014/main" id="{56893A03-487F-C827-1EBB-A2972F1E5404}"/>
              </a:ext>
            </a:extLst>
          </p:cNvPr>
          <p:cNvSpPr/>
          <p:nvPr/>
        </p:nvSpPr>
        <p:spPr>
          <a:xfrm>
            <a:off x="4159924" y="165725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13107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xagon 4">
            <a:extLst>
              <a:ext uri="{FF2B5EF4-FFF2-40B4-BE49-F238E27FC236}">
                <a16:creationId xmlns:a16="http://schemas.microsoft.com/office/drawing/2014/main" id="{785C0D7F-3D22-9F37-9219-2914F6AFE7C2}"/>
              </a:ext>
            </a:extLst>
          </p:cNvPr>
          <p:cNvSpPr/>
          <p:nvPr/>
        </p:nvSpPr>
        <p:spPr>
          <a:xfrm>
            <a:off x="5141129" y="1627095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AEE8D26D-8B25-1147-0B55-704072A59355}"/>
              </a:ext>
            </a:extLst>
          </p:cNvPr>
          <p:cNvSpPr/>
          <p:nvPr/>
        </p:nvSpPr>
        <p:spPr>
          <a:xfrm>
            <a:off x="5141129" y="-116111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5C5B71C5-B077-037A-4F8E-43459DA11B9A}"/>
              </a:ext>
            </a:extLst>
          </p:cNvPr>
          <p:cNvSpPr/>
          <p:nvPr/>
        </p:nvSpPr>
        <p:spPr>
          <a:xfrm>
            <a:off x="7040910" y="698081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7C0490ED-D8F7-3E87-C80C-1290FCE6FB22}"/>
              </a:ext>
            </a:extLst>
          </p:cNvPr>
          <p:cNvSpPr/>
          <p:nvPr/>
        </p:nvSpPr>
        <p:spPr>
          <a:xfrm>
            <a:off x="3241349" y="698081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E5E617C3-BA1A-54B9-3008-7C63DEFDD533}"/>
              </a:ext>
            </a:extLst>
          </p:cNvPr>
          <p:cNvSpPr/>
          <p:nvPr/>
        </p:nvSpPr>
        <p:spPr>
          <a:xfrm>
            <a:off x="3241349" y="2556109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580597C0-5AF6-BF23-8CD8-CB2FFBDAE9B3}"/>
              </a:ext>
            </a:extLst>
          </p:cNvPr>
          <p:cNvSpPr/>
          <p:nvPr/>
        </p:nvSpPr>
        <p:spPr>
          <a:xfrm>
            <a:off x="7040910" y="2556109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070D4F6B-6FE4-F56E-46E2-D83E8CDCD6D4}"/>
              </a:ext>
            </a:extLst>
          </p:cNvPr>
          <p:cNvSpPr/>
          <p:nvPr/>
        </p:nvSpPr>
        <p:spPr>
          <a:xfrm>
            <a:off x="5141129" y="3370301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AC27933E-8461-1B1F-BE00-A18BAA569DEB}"/>
              </a:ext>
            </a:extLst>
          </p:cNvPr>
          <p:cNvSpPr/>
          <p:nvPr/>
        </p:nvSpPr>
        <p:spPr>
          <a:xfrm>
            <a:off x="7040910" y="4403698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718B0E42-7DAC-DF8E-D91A-D72D5DC8CEB8}"/>
              </a:ext>
            </a:extLst>
          </p:cNvPr>
          <p:cNvSpPr/>
          <p:nvPr/>
        </p:nvSpPr>
        <p:spPr>
          <a:xfrm>
            <a:off x="3241349" y="4403698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5031959F-5CA8-8623-FF22-0031C017DD3D}"/>
              </a:ext>
            </a:extLst>
          </p:cNvPr>
          <p:cNvSpPr/>
          <p:nvPr/>
        </p:nvSpPr>
        <p:spPr>
          <a:xfrm>
            <a:off x="1341568" y="698081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D201A695-52ED-16CB-A993-52BB5CD5E73B}"/>
              </a:ext>
            </a:extLst>
          </p:cNvPr>
          <p:cNvSpPr/>
          <p:nvPr/>
        </p:nvSpPr>
        <p:spPr>
          <a:xfrm>
            <a:off x="8940691" y="698081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27" name="Hexagon 26">
            <a:extLst>
              <a:ext uri="{FF2B5EF4-FFF2-40B4-BE49-F238E27FC236}">
                <a16:creationId xmlns:a16="http://schemas.microsoft.com/office/drawing/2014/main" id="{072F9EBA-58DB-06A4-AC8D-D0762DBC964C}"/>
              </a:ext>
            </a:extLst>
          </p:cNvPr>
          <p:cNvSpPr/>
          <p:nvPr/>
        </p:nvSpPr>
        <p:spPr>
          <a:xfrm>
            <a:off x="1341568" y="2556109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714FD145-A8E5-7931-23BB-75C0AA240BE6}"/>
              </a:ext>
            </a:extLst>
          </p:cNvPr>
          <p:cNvSpPr/>
          <p:nvPr/>
        </p:nvSpPr>
        <p:spPr>
          <a:xfrm>
            <a:off x="8940691" y="2556109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CD734718-DF80-6CC0-645D-7D1380706632}"/>
              </a:ext>
            </a:extLst>
          </p:cNvPr>
          <p:cNvSpPr/>
          <p:nvPr/>
        </p:nvSpPr>
        <p:spPr>
          <a:xfrm>
            <a:off x="1341568" y="4403697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33" name="Hexagon 32">
            <a:extLst>
              <a:ext uri="{FF2B5EF4-FFF2-40B4-BE49-F238E27FC236}">
                <a16:creationId xmlns:a16="http://schemas.microsoft.com/office/drawing/2014/main" id="{82FF784A-1EC5-3D7E-C0BB-BC77391AC403}"/>
              </a:ext>
            </a:extLst>
          </p:cNvPr>
          <p:cNvSpPr/>
          <p:nvPr/>
        </p:nvSpPr>
        <p:spPr>
          <a:xfrm>
            <a:off x="8940691" y="4403698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35" name="Hexagon 34">
            <a:extLst>
              <a:ext uri="{FF2B5EF4-FFF2-40B4-BE49-F238E27FC236}">
                <a16:creationId xmlns:a16="http://schemas.microsoft.com/office/drawing/2014/main" id="{7FDAD090-C3D5-E45C-0896-63E2FA39633F}"/>
              </a:ext>
            </a:extLst>
          </p:cNvPr>
          <p:cNvSpPr/>
          <p:nvPr/>
        </p:nvSpPr>
        <p:spPr>
          <a:xfrm>
            <a:off x="5141129" y="5113506"/>
            <a:ext cx="1904368" cy="1742298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49200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E681-030F-E5E4-325E-4C520F83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A6E0A54D-7090-23BC-B03F-71755E75F5BC}"/>
              </a:ext>
            </a:extLst>
          </p:cNvPr>
          <p:cNvGrpSpPr/>
          <p:nvPr/>
        </p:nvGrpSpPr>
        <p:grpSpPr>
          <a:xfrm>
            <a:off x="1983566" y="78781"/>
            <a:ext cx="8225310" cy="6710184"/>
            <a:chOff x="1800686" y="78781"/>
            <a:chExt cx="8225310" cy="6710184"/>
          </a:xfrm>
        </p:grpSpPr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63F76FF4-52BE-3A27-54A8-5AD544B6379B}"/>
                </a:ext>
              </a:extLst>
            </p:cNvPr>
            <p:cNvSpPr/>
            <p:nvPr/>
          </p:nvSpPr>
          <p:spPr>
            <a:xfrm>
              <a:off x="4370550" y="2790864"/>
              <a:ext cx="3094337" cy="2591241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DCADFE39-734B-8C58-5CB7-2E18A5A57E28}"/>
                </a:ext>
              </a:extLst>
            </p:cNvPr>
            <p:cNvSpPr/>
            <p:nvPr/>
          </p:nvSpPr>
          <p:spPr>
            <a:xfrm>
              <a:off x="1800859" y="1383577"/>
              <a:ext cx="3094337" cy="2591241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562B2C87-BC7E-564C-6829-B4ABAE0ABB99}"/>
                </a:ext>
              </a:extLst>
            </p:cNvPr>
            <p:cNvSpPr/>
            <p:nvPr/>
          </p:nvSpPr>
          <p:spPr>
            <a:xfrm>
              <a:off x="1800686" y="4167244"/>
              <a:ext cx="3094337" cy="2591241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11CB6AD5-D022-6093-A338-009B1036FFBF}"/>
                </a:ext>
              </a:extLst>
            </p:cNvPr>
            <p:cNvSpPr/>
            <p:nvPr/>
          </p:nvSpPr>
          <p:spPr>
            <a:xfrm>
              <a:off x="6931486" y="4197724"/>
              <a:ext cx="3094337" cy="2591241"/>
            </a:xfrm>
            <a:prstGeom prst="hexag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C0214-78A7-B508-8797-8CAE893CDF10}"/>
                </a:ext>
              </a:extLst>
            </p:cNvPr>
            <p:cNvGrpSpPr/>
            <p:nvPr/>
          </p:nvGrpSpPr>
          <p:grpSpPr>
            <a:xfrm>
              <a:off x="6931659" y="1383577"/>
              <a:ext cx="3094337" cy="2591241"/>
              <a:chOff x="2372789" y="2110700"/>
              <a:chExt cx="3094337" cy="2591241"/>
            </a:xfrm>
          </p:grpSpPr>
          <p:sp>
            <p:nvSpPr>
              <p:cNvPr id="30" name="Hexagon 29">
                <a:extLst>
                  <a:ext uri="{FF2B5EF4-FFF2-40B4-BE49-F238E27FC236}">
                    <a16:creationId xmlns:a16="http://schemas.microsoft.com/office/drawing/2014/main" id="{E011C66E-585C-EA29-33F0-A9315D6923DB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E0F330-2447-ECEF-9C0E-5279EFFF6250}"/>
                  </a:ext>
                </a:extLst>
              </p:cNvPr>
              <p:cNvSpPr txBox="1"/>
              <p:nvPr/>
            </p:nvSpPr>
            <p:spPr>
              <a:xfrm>
                <a:off x="2512295" y="3683490"/>
                <a:ext cx="2743199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endParaRPr lang="ja-JP" altLang="en-US" sz="1200" b="1" dirty="0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B7FB506-6387-F83B-CA1F-60B71C707043}"/>
                </a:ext>
              </a:extLst>
            </p:cNvPr>
            <p:cNvGrpSpPr/>
            <p:nvPr/>
          </p:nvGrpSpPr>
          <p:grpSpPr>
            <a:xfrm>
              <a:off x="4389570" y="78781"/>
              <a:ext cx="3094337" cy="2591241"/>
              <a:chOff x="2372789" y="2110700"/>
              <a:chExt cx="3094337" cy="2591241"/>
            </a:xfrm>
          </p:grpSpPr>
          <p:sp>
            <p:nvSpPr>
              <p:cNvPr id="34" name="Hexagon 33">
                <a:extLst>
                  <a:ext uri="{FF2B5EF4-FFF2-40B4-BE49-F238E27FC236}">
                    <a16:creationId xmlns:a16="http://schemas.microsoft.com/office/drawing/2014/main" id="{3237F3D8-A9ED-191E-E4FC-3280B56ADA85}"/>
                  </a:ext>
                </a:extLst>
              </p:cNvPr>
              <p:cNvSpPr/>
              <p:nvPr/>
            </p:nvSpPr>
            <p:spPr>
              <a:xfrm>
                <a:off x="2372789" y="2110700"/>
                <a:ext cx="3094337" cy="2591241"/>
              </a:xfrm>
              <a:prstGeom prst="hexag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173C089-0C12-27A6-1915-769E5809A552}"/>
                  </a:ext>
                </a:extLst>
              </p:cNvPr>
              <p:cNvSpPr txBox="1"/>
              <p:nvPr/>
            </p:nvSpPr>
            <p:spPr>
              <a:xfrm>
                <a:off x="2584250" y="2332349"/>
                <a:ext cx="2692399" cy="156966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altLang="ja-JP" sz="2400" b="1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Thank you</a:t>
                </a:r>
                <a:endParaRPr lang="en-US"/>
              </a:p>
              <a:p>
                <a:pPr algn="ctr"/>
                <a:r>
                  <a:rPr lang="en-US" altLang="ja-JP" sz="2400" b="1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for </a:t>
                </a:r>
                <a:r>
                  <a:rPr lang="en-US" altLang="ja-JP" sz="2400" b="1" dirty="0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supporting </a:t>
                </a:r>
                <a:endParaRPr lang="en-US">
                  <a:latin typeface="Aptos" panose="020B0004020202020204"/>
                  <a:ea typeface="ＭＳ Ｐゴシック"/>
                </a:endParaRPr>
              </a:p>
              <a:p>
                <a:pPr algn="ctr"/>
                <a:r>
                  <a:rPr lang="en-US" altLang="ja-JP" sz="2400" b="1">
                    <a:highlight>
                      <a:srgbClr val="FFFFFF"/>
                    </a:highlight>
                    <a:latin typeface="Comic Sans MS"/>
                    <a:ea typeface="ＭＳ Ｐゴシック"/>
                  </a:rPr>
                  <a:t>my business!</a:t>
                </a:r>
                <a:endParaRPr lang="en-US"/>
              </a:p>
              <a:p>
                <a:pPr algn="ctr"/>
                <a:endParaRPr lang="en-US" altLang="ja-JP" sz="2400" b="1" dirty="0">
                  <a:highlight>
                    <a:srgbClr val="FFFFFF"/>
                  </a:highlight>
                  <a:latin typeface="Comic Sans MS"/>
                  <a:ea typeface="ＭＳ Ｐゴシック"/>
                </a:endParaRPr>
              </a:p>
            </p:txBody>
          </p:sp>
        </p:grpSp>
        <p:sp>
          <p:nvSpPr>
            <p:cNvPr id="2" name="Heart 1">
              <a:extLst>
                <a:ext uri="{FF2B5EF4-FFF2-40B4-BE49-F238E27FC236}">
                  <a16:creationId xmlns:a16="http://schemas.microsoft.com/office/drawing/2014/main" id="{D8878446-1348-44C9-C0E8-630ABC7A2B03}"/>
                </a:ext>
              </a:extLst>
            </p:cNvPr>
            <p:cNvSpPr/>
            <p:nvPr/>
          </p:nvSpPr>
          <p:spPr>
            <a:xfrm>
              <a:off x="5481320" y="1549400"/>
              <a:ext cx="914400" cy="914400"/>
            </a:xfrm>
            <a:prstGeom prst="hear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DF525E4-7924-3292-3833-8BC7E75927B2}"/>
                </a:ext>
              </a:extLst>
            </p:cNvPr>
            <p:cNvSpPr txBox="1"/>
            <p:nvPr/>
          </p:nvSpPr>
          <p:spPr>
            <a:xfrm>
              <a:off x="2184400" y="1569720"/>
              <a:ext cx="2387600" cy="187713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0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Thank you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for </a:t>
              </a:r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supporting</a:t>
              </a:r>
            </a:p>
            <a:p>
              <a:pPr algn="ctr"/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my</a:t>
              </a:r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 business!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  <a:endParaRPr lang="en-US"/>
            </a:p>
            <a:p>
              <a:pPr algn="ctr" rtl="0"/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44C4E4-139D-800D-C6B6-FB9C29EC6E43}"/>
                </a:ext>
              </a:extLst>
            </p:cNvPr>
            <p:cNvSpPr txBox="1"/>
            <p:nvPr/>
          </p:nvSpPr>
          <p:spPr>
            <a:xfrm>
              <a:off x="7264400" y="1579880"/>
              <a:ext cx="2428240" cy="184665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0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Thank you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for </a:t>
              </a:r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supporting</a:t>
              </a:r>
            </a:p>
            <a:p>
              <a:pPr algn="ctr"/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my</a:t>
              </a:r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 business!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  <a:endParaRPr lang="en-US"/>
            </a:p>
            <a:p>
              <a:pPr algn="ctr" rtl="0"/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FCE798-A5E5-1350-6487-32B95E7437B7}"/>
                </a:ext>
              </a:extLst>
            </p:cNvPr>
            <p:cNvSpPr txBox="1"/>
            <p:nvPr/>
          </p:nvSpPr>
          <p:spPr>
            <a:xfrm>
              <a:off x="4724400" y="3053080"/>
              <a:ext cx="2428240" cy="184665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0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Thank you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for </a:t>
              </a:r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supporting</a:t>
              </a:r>
            </a:p>
            <a:p>
              <a:pPr algn="ctr"/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my</a:t>
              </a:r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 business!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  <a:endParaRPr lang="en-US"/>
            </a:p>
            <a:p>
              <a:pPr algn="ctr" rtl="0"/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B678F8-5C56-3ED0-8CE2-643972C5A679}"/>
                </a:ext>
              </a:extLst>
            </p:cNvPr>
            <p:cNvSpPr txBox="1"/>
            <p:nvPr/>
          </p:nvSpPr>
          <p:spPr>
            <a:xfrm>
              <a:off x="7264400" y="4465320"/>
              <a:ext cx="2428240" cy="184665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0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Thank you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for </a:t>
              </a:r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supporting</a:t>
              </a:r>
            </a:p>
            <a:p>
              <a:pPr algn="ctr"/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my</a:t>
              </a:r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 business!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  <a:endParaRPr lang="en-US"/>
            </a:p>
            <a:p>
              <a:pPr algn="ctr" rtl="0"/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29163A-A025-A018-CB48-434A1876C999}"/>
                </a:ext>
              </a:extLst>
            </p:cNvPr>
            <p:cNvSpPr txBox="1"/>
            <p:nvPr/>
          </p:nvSpPr>
          <p:spPr>
            <a:xfrm>
              <a:off x="2143760" y="4465320"/>
              <a:ext cx="2428240" cy="184665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0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Thank you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for </a:t>
              </a:r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supporting</a:t>
              </a:r>
            </a:p>
            <a:p>
              <a:pPr algn="ctr"/>
              <a:r>
                <a:rPr lang="en-US" sz="2400" b="1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my</a:t>
              </a:r>
              <a:r>
                <a:rPr lang="en-US" sz="2400" b="1" i="0" u="none" strike="noStrike" baseline="0">
                  <a:solidFill>
                    <a:srgbClr val="000000"/>
                  </a:solidFill>
                  <a:highlight>
                    <a:srgbClr val="FFFFFF"/>
                  </a:highlight>
                  <a:latin typeface="Comic Sans MS"/>
                  <a:ea typeface="Segoe UI"/>
                  <a:cs typeface="Segoe UI"/>
                </a:rPr>
                <a:t> business!</a:t>
              </a:r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  <a:endParaRPr lang="en-US"/>
            </a:p>
            <a:p>
              <a:pPr algn="ctr" rtl="0"/>
              <a:r>
                <a:rPr lang="en-US" sz="2400" b="0" i="0">
                  <a:solidFill>
                    <a:srgbClr val="000000"/>
                  </a:solidFill>
                  <a:latin typeface="Comic Sans MS"/>
                  <a:ea typeface="Segoe UI"/>
                  <a:cs typeface="Segoe UI"/>
                </a:rPr>
                <a:t>​</a:t>
              </a:r>
            </a:p>
            <a:p>
              <a:pPr algn="ctr"/>
              <a:endParaRPr lang="en-US"/>
            </a:p>
          </p:txBody>
        </p:sp>
        <p:sp>
          <p:nvSpPr>
            <p:cNvPr id="23" name="Heart 22">
              <a:extLst>
                <a:ext uri="{FF2B5EF4-FFF2-40B4-BE49-F238E27FC236}">
                  <a16:creationId xmlns:a16="http://schemas.microsoft.com/office/drawing/2014/main" id="{846FEA41-CB17-1B81-5561-FBE60012B509}"/>
                </a:ext>
              </a:extLst>
            </p:cNvPr>
            <p:cNvSpPr/>
            <p:nvPr/>
          </p:nvSpPr>
          <p:spPr>
            <a:xfrm>
              <a:off x="2890520" y="2961640"/>
              <a:ext cx="914400" cy="914400"/>
            </a:xfrm>
            <a:prstGeom prst="hear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Heart 28">
              <a:extLst>
                <a:ext uri="{FF2B5EF4-FFF2-40B4-BE49-F238E27FC236}">
                  <a16:creationId xmlns:a16="http://schemas.microsoft.com/office/drawing/2014/main" id="{A801D334-2456-AA17-371B-01CBBD0CC624}"/>
                </a:ext>
              </a:extLst>
            </p:cNvPr>
            <p:cNvSpPr/>
            <p:nvPr/>
          </p:nvSpPr>
          <p:spPr>
            <a:xfrm>
              <a:off x="8021320" y="2778760"/>
              <a:ext cx="914400" cy="914400"/>
            </a:xfrm>
            <a:prstGeom prst="hear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Heart 37">
              <a:extLst>
                <a:ext uri="{FF2B5EF4-FFF2-40B4-BE49-F238E27FC236}">
                  <a16:creationId xmlns:a16="http://schemas.microsoft.com/office/drawing/2014/main" id="{478A56C0-B4CD-BD61-1490-12318C2107E9}"/>
                </a:ext>
              </a:extLst>
            </p:cNvPr>
            <p:cNvSpPr/>
            <p:nvPr/>
          </p:nvSpPr>
          <p:spPr>
            <a:xfrm>
              <a:off x="5461000" y="4292600"/>
              <a:ext cx="914400" cy="914400"/>
            </a:xfrm>
            <a:prstGeom prst="hear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Heart 38">
              <a:extLst>
                <a:ext uri="{FF2B5EF4-FFF2-40B4-BE49-F238E27FC236}">
                  <a16:creationId xmlns:a16="http://schemas.microsoft.com/office/drawing/2014/main" id="{176EABB4-A9A1-8807-D446-7803E7C7282E}"/>
                </a:ext>
              </a:extLst>
            </p:cNvPr>
            <p:cNvSpPr/>
            <p:nvPr/>
          </p:nvSpPr>
          <p:spPr>
            <a:xfrm>
              <a:off x="8021320" y="5674360"/>
              <a:ext cx="914400" cy="914400"/>
            </a:xfrm>
            <a:prstGeom prst="hear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Heart 39">
              <a:extLst>
                <a:ext uri="{FF2B5EF4-FFF2-40B4-BE49-F238E27FC236}">
                  <a16:creationId xmlns:a16="http://schemas.microsoft.com/office/drawing/2014/main" id="{51C2A670-39EB-7399-17D3-CDE2EA1E44E0}"/>
                </a:ext>
              </a:extLst>
            </p:cNvPr>
            <p:cNvSpPr/>
            <p:nvPr/>
          </p:nvSpPr>
          <p:spPr>
            <a:xfrm>
              <a:off x="2890520" y="5674360"/>
              <a:ext cx="914400" cy="914400"/>
            </a:xfrm>
            <a:prstGeom prst="hear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172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4C6BEB-8D30-6DC7-A51C-2CA1A478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018347" y="3143567"/>
            <a:ext cx="352425" cy="4286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DA6878-83E9-0C16-1AA3-2E22946D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CD8B7-670D-E240-ECFA-D17E6D12E4CA}"/>
              </a:ext>
            </a:extLst>
          </p:cNvPr>
          <p:cNvSpPr txBox="1"/>
          <p:nvPr/>
        </p:nvSpPr>
        <p:spPr>
          <a:xfrm flipH="1">
            <a:off x="960328" y="2103329"/>
            <a:ext cx="51148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400" b="1" i="0">
                <a:solidFill>
                  <a:srgbClr val="000000"/>
                </a:solidFill>
              </a:rPr>
              <a:t>G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38A20-CEF6-B99A-69CC-4D1BADE6CAC9}"/>
              </a:ext>
            </a:extLst>
          </p:cNvPr>
          <p:cNvSpPr txBox="1"/>
          <p:nvPr/>
        </p:nvSpPr>
        <p:spPr>
          <a:xfrm>
            <a:off x="2270760" y="3032760"/>
            <a:ext cx="5384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latin typeface="Comic Sans MS"/>
              </a:rPr>
              <a:t>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4DB67-EECB-735C-60F9-F839ABC1B907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2656875" y="2103156"/>
            <a:ext cx="1070280" cy="1046440"/>
          </a:xfrm>
          <a:prstGeom prst="rect">
            <a:avLst/>
          </a:prstGeom>
          <a:noFill/>
          <a:effectLst>
            <a:reflection stA="40000" endPos="54000" dist="50800" dir="5400000" sy="-100000" algn="bl" rotWithShape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4400" b="1">
                <a:solidFill>
                  <a:srgbClr val="000000"/>
                </a:solidFill>
              </a:rPr>
              <a:t>Gai</a:t>
            </a:r>
            <a:endParaRPr lang="en-US" sz="4400" b="1" i="0">
              <a:solidFill>
                <a:srgbClr val="000000"/>
              </a:solidFill>
            </a:endParaRPr>
          </a:p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38C0AC-A8F1-B9A0-90C7-29D13A23F99C}"/>
              </a:ext>
            </a:extLst>
          </p:cNvPr>
          <p:cNvGrpSpPr/>
          <p:nvPr/>
        </p:nvGrpSpPr>
        <p:grpSpPr>
          <a:xfrm>
            <a:off x="4107815" y="2103155"/>
            <a:ext cx="1580219" cy="1046440"/>
            <a:chOff x="6109335" y="3037875"/>
            <a:chExt cx="1580219" cy="104644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58BF437-9A51-46A7-2880-9D1A44FA6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109335" y="3225482"/>
              <a:ext cx="400050" cy="44767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6B520F-F7DF-E76D-EAC3-91185AC1A2FE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6283994" y="3037875"/>
              <a:ext cx="1405560" cy="1046440"/>
            </a:xfrm>
            <a:prstGeom prst="rect">
              <a:avLst/>
            </a:prstGeom>
            <a:noFill/>
            <a:effectLst>
              <a:reflection stA="40000" endPos="54000" dist="50800" dir="5400000" sy="-100000" algn="bl" rotWithShape="0"/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0"/>
              <a:r>
                <a:rPr lang="en-US" sz="4400" b="1" dirty="0">
                  <a:solidFill>
                    <a:srgbClr val="000000"/>
                  </a:solidFill>
                </a:rPr>
                <a:t>ene</a:t>
              </a:r>
              <a:endParaRPr lang="en-US" sz="4400" b="1" i="0" dirty="0">
                <a:solidFill>
                  <a:srgbClr val="000000"/>
                </a:solidFill>
              </a:endParaRPr>
            </a:p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AE89E3-1407-392F-01B7-DDDD0FC409ED}"/>
              </a:ext>
            </a:extLst>
          </p:cNvPr>
          <p:cNvGrpSpPr/>
          <p:nvPr/>
        </p:nvGrpSpPr>
        <p:grpSpPr>
          <a:xfrm>
            <a:off x="3488054" y="3581081"/>
            <a:ext cx="816611" cy="447675"/>
            <a:chOff x="3904614" y="3225481"/>
            <a:chExt cx="816611" cy="4476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A77CD0-A1CE-0466-DA7A-063145B2F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200000">
              <a:off x="3904614" y="3225481"/>
              <a:ext cx="400050" cy="44767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1151063-B692-8B32-CDF2-844551ED6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-1200000" flipH="1">
              <a:off x="4321175" y="3225481"/>
              <a:ext cx="400050" cy="447675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5D83002-6AD1-2A1B-FBCE-F0A675379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973" y="4840920"/>
            <a:ext cx="400050" cy="447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B9C686-717C-B84D-446E-5970E6730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189094" y="4840920"/>
            <a:ext cx="400050" cy="447675"/>
          </a:xfrm>
          <a:prstGeom prst="rect">
            <a:avLst/>
          </a:prstGeom>
        </p:spPr>
      </p:pic>
      <p:pic>
        <p:nvPicPr>
          <p:cNvPr id="3" name="Picture 2" descr="A yellow and black bee&#10;&#10;AI-generated content may be incorrect.">
            <a:extLst>
              <a:ext uri="{FF2B5EF4-FFF2-40B4-BE49-F238E27FC236}">
                <a16:creationId xmlns:a16="http://schemas.microsoft.com/office/drawing/2014/main" id="{DF96F092-5E30-3257-7B52-1772595ED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762" y="1825995"/>
            <a:ext cx="3038475" cy="3686175"/>
          </a:xfrm>
          <a:prstGeom prst="rect">
            <a:avLst/>
          </a:prstGeom>
        </p:spPr>
      </p:pic>
      <p:pic>
        <p:nvPicPr>
          <p:cNvPr id="5" name="Picture 4" descr="A yellow and black bee&#10;&#10;AI-generated content may be incorrect.">
            <a:extLst>
              <a:ext uri="{FF2B5EF4-FFF2-40B4-BE49-F238E27FC236}">
                <a16:creationId xmlns:a16="http://schemas.microsoft.com/office/drawing/2014/main" id="{0C295006-4AAD-5B86-AD9C-BF8739A7D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870" y="3976296"/>
            <a:ext cx="1316147" cy="15358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7CE9B8-DB97-1E9B-DEA8-B573C13D72AB}"/>
              </a:ext>
            </a:extLst>
          </p:cNvPr>
          <p:cNvSpPr txBox="1"/>
          <p:nvPr/>
        </p:nvSpPr>
        <p:spPr>
          <a:xfrm>
            <a:off x="640080" y="5531285"/>
            <a:ext cx="548953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⚠ WARNING – MAGNET HAZARD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Contains small magnets. Keep away from children and pets.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F4A3C87E-E326-C247-B827-CA81BE0EE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95" y="4026465"/>
            <a:ext cx="4133850" cy="7048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F14013-A6CE-5899-71CF-96930C1860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95" y="1824559"/>
            <a:ext cx="34004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15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Bees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453</cp:revision>
  <dcterms:created xsi:type="dcterms:W3CDTF">2026-05-31T05:23:30Z</dcterms:created>
  <dcterms:modified xsi:type="dcterms:W3CDTF">2026-06-15T03:47:19Z</dcterms:modified>
</cp:coreProperties>
</file>