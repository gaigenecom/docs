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3298D9-606F-6416-F458-88F6BF1E14F8}" v="105" dt="2026-05-31T05:54:16.521"/>
    <p1510:client id="{71C1FF9B-81EE-44BC-9E38-C74584397E38}" v="99" dt="2026-05-31T05:34:05.5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ne uba" userId="a982167ce8c62198" providerId="Windows Live" clId="Web-{163298D9-606F-6416-F458-88F6BF1E14F8}"/>
    <pc:docChg chg="modSld">
      <pc:chgData name="gene uba" userId="a982167ce8c62198" providerId="Windows Live" clId="Web-{163298D9-606F-6416-F458-88F6BF1E14F8}" dt="2026-05-31T05:54:16.521" v="92" actId="1076"/>
      <pc:docMkLst>
        <pc:docMk/>
      </pc:docMkLst>
      <pc:sldChg chg="addSp delSp modSp">
        <pc:chgData name="gene uba" userId="a982167ce8c62198" providerId="Windows Live" clId="Web-{163298D9-606F-6416-F458-88F6BF1E14F8}" dt="2026-05-31T05:54:16.521" v="92" actId="1076"/>
        <pc:sldMkLst>
          <pc:docMk/>
          <pc:sldMk cId="32981385" sldId="257"/>
        </pc:sldMkLst>
        <pc:spChg chg="del">
          <ac:chgData name="gene uba" userId="a982167ce8c62198" providerId="Windows Live" clId="Web-{163298D9-606F-6416-F458-88F6BF1E14F8}" dt="2026-05-31T05:44:05.362" v="49"/>
          <ac:spMkLst>
            <pc:docMk/>
            <pc:sldMk cId="32981385" sldId="257"/>
            <ac:spMk id="2" creationId="{BF9140A1-171D-EAF9-C149-B9EB416A7CE1}"/>
          </ac:spMkLst>
        </pc:spChg>
        <pc:spChg chg="add del">
          <ac:chgData name="gene uba" userId="a982167ce8c62198" providerId="Windows Live" clId="Web-{163298D9-606F-6416-F458-88F6BF1E14F8}" dt="2026-05-31T05:35:56.626" v="7"/>
          <ac:spMkLst>
            <pc:docMk/>
            <pc:sldMk cId="32981385" sldId="257"/>
            <ac:spMk id="3" creationId="{B19C72DB-D519-5674-4890-3293F1502A7C}"/>
          </ac:spMkLst>
        </pc:spChg>
        <pc:spChg chg="mod">
          <ac:chgData name="gene uba" userId="a982167ce8c62198" providerId="Windows Live" clId="Web-{163298D9-606F-6416-F458-88F6BF1E14F8}" dt="2026-05-31T05:35:56.563" v="4" actId="1076"/>
          <ac:spMkLst>
            <pc:docMk/>
            <pc:sldMk cId="32981385" sldId="257"/>
            <ac:spMk id="4" creationId="{33511B7C-CBB2-0245-F1DD-064464C7C00E}"/>
          </ac:spMkLst>
        </pc:spChg>
        <pc:spChg chg="mod">
          <ac:chgData name="gene uba" userId="a982167ce8c62198" providerId="Windows Live" clId="Web-{163298D9-606F-6416-F458-88F6BF1E14F8}" dt="2026-05-31T05:39:56.611" v="16" actId="20577"/>
          <ac:spMkLst>
            <pc:docMk/>
            <pc:sldMk cId="32981385" sldId="257"/>
            <ac:spMk id="6" creationId="{4A3D0A34-C71D-3A17-C7B9-5122209B2103}"/>
          </ac:spMkLst>
        </pc:spChg>
        <pc:spChg chg="add del">
          <ac:chgData name="gene uba" userId="a982167ce8c62198" providerId="Windows Live" clId="Web-{163298D9-606F-6416-F458-88F6BF1E14F8}" dt="2026-05-31T05:35:56.626" v="5"/>
          <ac:spMkLst>
            <pc:docMk/>
            <pc:sldMk cId="32981385" sldId="257"/>
            <ac:spMk id="8" creationId="{79795DDD-171A-A3D2-07F2-C64446ABEA1C}"/>
          </ac:spMkLst>
        </pc:spChg>
        <pc:spChg chg="mod">
          <ac:chgData name="gene uba" userId="a982167ce8c62198" providerId="Windows Live" clId="Web-{163298D9-606F-6416-F458-88F6BF1E14F8}" dt="2026-05-31T05:43:22.268" v="44" actId="1076"/>
          <ac:spMkLst>
            <pc:docMk/>
            <pc:sldMk cId="32981385" sldId="257"/>
            <ac:spMk id="20" creationId="{A9E59382-501D-3B9A-DBB8-E9FA920D27B6}"/>
          </ac:spMkLst>
        </pc:spChg>
        <pc:spChg chg="mod">
          <ac:chgData name="gene uba" userId="a982167ce8c62198" providerId="Windows Live" clId="Web-{163298D9-606F-6416-F458-88F6BF1E14F8}" dt="2026-05-31T05:53:54.350" v="84" actId="1076"/>
          <ac:spMkLst>
            <pc:docMk/>
            <pc:sldMk cId="32981385" sldId="257"/>
            <ac:spMk id="25" creationId="{D4E4F7A2-B34A-78C3-AA3C-245A9F1038D4}"/>
          </ac:spMkLst>
        </pc:spChg>
        <pc:spChg chg="mod">
          <ac:chgData name="gene uba" userId="a982167ce8c62198" providerId="Windows Live" clId="Web-{163298D9-606F-6416-F458-88F6BF1E14F8}" dt="2026-05-31T05:53:38.599" v="82" actId="20577"/>
          <ac:spMkLst>
            <pc:docMk/>
            <pc:sldMk cId="32981385" sldId="257"/>
            <ac:spMk id="31" creationId="{9C7D0641-291E-034F-8E59-B046836E47E0}"/>
          </ac:spMkLst>
        </pc:spChg>
        <pc:grpChg chg="add del">
          <ac:chgData name="gene uba" userId="a982167ce8c62198" providerId="Windows Live" clId="Web-{163298D9-606F-6416-F458-88F6BF1E14F8}" dt="2026-05-31T05:40:03.439" v="18"/>
          <ac:grpSpMkLst>
            <pc:docMk/>
            <pc:sldMk cId="32981385" sldId="257"/>
            <ac:grpSpMk id="9" creationId="{8961A5D5-C6AE-29DB-6917-0B430107DA93}"/>
          </ac:grpSpMkLst>
        </pc:grpChg>
        <pc:grpChg chg="add mod">
          <ac:chgData name="gene uba" userId="a982167ce8c62198" providerId="Windows Live" clId="Web-{163298D9-606F-6416-F458-88F6BF1E14F8}" dt="2026-05-31T05:54:16.428" v="87" actId="1076"/>
          <ac:grpSpMkLst>
            <pc:docMk/>
            <pc:sldMk cId="32981385" sldId="257"/>
            <ac:grpSpMk id="10" creationId="{6D780A31-DC1D-0A71-5FA1-051C6E188AA8}"/>
          </ac:grpSpMkLst>
        </pc:grpChg>
        <pc:grpChg chg="add mod">
          <ac:chgData name="gene uba" userId="a982167ce8c62198" providerId="Windows Live" clId="Web-{163298D9-606F-6416-F458-88F6BF1E14F8}" dt="2026-05-31T05:54:16.459" v="88" actId="1076"/>
          <ac:grpSpMkLst>
            <pc:docMk/>
            <pc:sldMk cId="32981385" sldId="257"/>
            <ac:grpSpMk id="15" creationId="{C5444E16-4A35-7B46-7E77-F72DF2E25C7F}"/>
          </ac:grpSpMkLst>
        </pc:grpChg>
        <pc:grpChg chg="add mod">
          <ac:chgData name="gene uba" userId="a982167ce8c62198" providerId="Windows Live" clId="Web-{163298D9-606F-6416-F458-88F6BF1E14F8}" dt="2026-05-31T05:54:16.475" v="89" actId="1076"/>
          <ac:grpSpMkLst>
            <pc:docMk/>
            <pc:sldMk cId="32981385" sldId="257"/>
            <ac:grpSpMk id="16" creationId="{93C6226F-BF10-B1B1-DC01-26EC750ED358}"/>
          </ac:grpSpMkLst>
        </pc:grpChg>
        <pc:grpChg chg="add del mod">
          <ac:chgData name="gene uba" userId="a982167ce8c62198" providerId="Windows Live" clId="Web-{163298D9-606F-6416-F458-88F6BF1E14F8}" dt="2026-05-31T05:44:35.784" v="52"/>
          <ac:grpSpMkLst>
            <pc:docMk/>
            <pc:sldMk cId="32981385" sldId="257"/>
            <ac:grpSpMk id="21" creationId="{6AD928B7-7797-3003-E47A-93724DAD2202}"/>
          </ac:grpSpMkLst>
        </pc:grpChg>
        <pc:grpChg chg="mod topLvl">
          <ac:chgData name="gene uba" userId="a982167ce8c62198" providerId="Windows Live" clId="Web-{163298D9-606F-6416-F458-88F6BF1E14F8}" dt="2026-05-31T05:46:47.879" v="66" actId="1076"/>
          <ac:grpSpMkLst>
            <pc:docMk/>
            <pc:sldMk cId="32981385" sldId="257"/>
            <ac:grpSpMk id="22" creationId="{E780C39B-DDB4-1889-D70C-1C235DBEE107}"/>
          </ac:grpSpMkLst>
        </pc:grpChg>
        <pc:grpChg chg="add del mod">
          <ac:chgData name="gene uba" userId="a982167ce8c62198" providerId="Windows Live" clId="Web-{163298D9-606F-6416-F458-88F6BF1E14F8}" dt="2026-05-31T05:47:22.270" v="71"/>
          <ac:grpSpMkLst>
            <pc:docMk/>
            <pc:sldMk cId="32981385" sldId="257"/>
            <ac:grpSpMk id="27" creationId="{94CB1D49-3478-4455-92D8-8109936CBDA2}"/>
          </ac:grpSpMkLst>
        </pc:grpChg>
        <pc:grpChg chg="mod topLvl">
          <ac:chgData name="gene uba" userId="a982167ce8c62198" providerId="Windows Live" clId="Web-{163298D9-606F-6416-F458-88F6BF1E14F8}" dt="2026-05-31T05:54:16.521" v="91" actId="1076"/>
          <ac:grpSpMkLst>
            <pc:docMk/>
            <pc:sldMk cId="32981385" sldId="257"/>
            <ac:grpSpMk id="28" creationId="{61C69789-5B64-23F3-6824-51FC07AC80F3}"/>
          </ac:grpSpMkLst>
        </pc:grpChg>
        <pc:grpChg chg="add mod">
          <ac:chgData name="gene uba" userId="a982167ce8c62198" providerId="Windows Live" clId="Web-{163298D9-606F-6416-F458-88F6BF1E14F8}" dt="2026-05-31T05:54:16.506" v="90" actId="1076"/>
          <ac:grpSpMkLst>
            <pc:docMk/>
            <pc:sldMk cId="32981385" sldId="257"/>
            <ac:grpSpMk id="32" creationId="{A6C02E42-44BC-5624-2D20-726B41949E93}"/>
          </ac:grpSpMkLst>
        </pc:grpChg>
        <pc:picChg chg="del">
          <ac:chgData name="gene uba" userId="a982167ce8c62198" providerId="Windows Live" clId="Web-{163298D9-606F-6416-F458-88F6BF1E14F8}" dt="2026-05-31T05:40:04.736" v="19"/>
          <ac:picMkLst>
            <pc:docMk/>
            <pc:sldMk cId="32981385" sldId="257"/>
            <ac:picMk id="5" creationId="{325A67F7-B9EA-B9CB-4105-CB82C227584E}"/>
          </ac:picMkLst>
        </pc:picChg>
        <pc:picChg chg="add del">
          <ac:chgData name="gene uba" userId="a982167ce8c62198" providerId="Windows Live" clId="Web-{163298D9-606F-6416-F458-88F6BF1E14F8}" dt="2026-05-31T05:35:56.626" v="6"/>
          <ac:picMkLst>
            <pc:docMk/>
            <pc:sldMk cId="32981385" sldId="257"/>
            <ac:picMk id="7" creationId="{CA93AB5C-3823-5059-C5A6-A7441A506830}"/>
          </ac:picMkLst>
        </pc:picChg>
        <pc:picChg chg="mod">
          <ac:chgData name="gene uba" userId="a982167ce8c62198" providerId="Windows Live" clId="Web-{163298D9-606F-6416-F458-88F6BF1E14F8}" dt="2026-05-31T05:38:15.736" v="11"/>
          <ac:picMkLst>
            <pc:docMk/>
            <pc:sldMk cId="32981385" sldId="257"/>
            <ac:picMk id="12" creationId="{B1B8B15C-2EE8-06E1-0746-8E8EA326A4E7}"/>
          </ac:picMkLst>
        </pc:picChg>
        <pc:picChg chg="add mod">
          <ac:chgData name="gene uba" userId="a982167ce8c62198" providerId="Windows Live" clId="Web-{163298D9-606F-6416-F458-88F6BF1E14F8}" dt="2026-05-31T05:41:05.440" v="28" actId="1076"/>
          <ac:picMkLst>
            <pc:docMk/>
            <pc:sldMk cId="32981385" sldId="257"/>
            <ac:picMk id="14" creationId="{8F478CC3-9FBF-8BE9-B028-D698591D5E08}"/>
          </ac:picMkLst>
        </pc:picChg>
        <pc:picChg chg="mod">
          <ac:chgData name="gene uba" userId="a982167ce8c62198" providerId="Windows Live" clId="Web-{163298D9-606F-6416-F458-88F6BF1E14F8}" dt="2026-05-31T05:42:53.924" v="38" actId="1076"/>
          <ac:picMkLst>
            <pc:docMk/>
            <pc:sldMk cId="32981385" sldId="257"/>
            <ac:picMk id="18" creationId="{904953DE-3FE2-08A3-09BD-84CAF261CBCE}"/>
          </ac:picMkLst>
        </pc:picChg>
        <pc:picChg chg="del topLvl">
          <ac:chgData name="gene uba" userId="a982167ce8c62198" providerId="Windows Live" clId="Web-{163298D9-606F-6416-F458-88F6BF1E14F8}" dt="2026-05-31T05:44:35.784" v="52"/>
          <ac:picMkLst>
            <pc:docMk/>
            <pc:sldMk cId="32981385" sldId="257"/>
            <ac:picMk id="23" creationId="{225C6E50-148F-A2FE-17D7-6A5220E75342}"/>
          </ac:picMkLst>
        </pc:picChg>
        <pc:picChg chg="add mod">
          <ac:chgData name="gene uba" userId="a982167ce8c62198" providerId="Windows Live" clId="Web-{163298D9-606F-6416-F458-88F6BF1E14F8}" dt="2026-05-31T05:54:00.412" v="86" actId="14100"/>
          <ac:picMkLst>
            <pc:docMk/>
            <pc:sldMk cId="32981385" sldId="257"/>
            <ac:picMk id="26" creationId="{4867DBA5-6E57-3D74-991D-FF8632FD0A51}"/>
          </ac:picMkLst>
        </pc:picChg>
        <pc:picChg chg="del topLvl">
          <ac:chgData name="gene uba" userId="a982167ce8c62198" providerId="Windows Live" clId="Web-{163298D9-606F-6416-F458-88F6BF1E14F8}" dt="2026-05-31T05:47:22.270" v="71"/>
          <ac:picMkLst>
            <pc:docMk/>
            <pc:sldMk cId="32981385" sldId="257"/>
            <ac:picMk id="29" creationId="{4FDF66AA-BE8F-D689-4A06-460D8A88C847}"/>
          </ac:picMkLst>
        </pc:picChg>
        <pc:picChg chg="add mod">
          <ac:chgData name="gene uba" userId="a982167ce8c62198" providerId="Windows Live" clId="Web-{163298D9-606F-6416-F458-88F6BF1E14F8}" dt="2026-05-31T05:54:16.521" v="92" actId="1076"/>
          <ac:picMkLst>
            <pc:docMk/>
            <pc:sldMk cId="32981385" sldId="257"/>
            <ac:picMk id="33" creationId="{61CA380C-59D9-F211-52AF-5306FDFE6BB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Bees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D780A31-DC1D-0A71-5FA1-051C6E188AA8}"/>
              </a:ext>
            </a:extLst>
          </p:cNvPr>
          <p:cNvGrpSpPr/>
          <p:nvPr/>
        </p:nvGrpSpPr>
        <p:grpSpPr>
          <a:xfrm>
            <a:off x="4548002" y="2070617"/>
            <a:ext cx="3094337" cy="2591241"/>
            <a:chOff x="2372789" y="2110700"/>
            <a:chExt cx="3094337" cy="2591241"/>
          </a:xfrm>
        </p:grpSpPr>
        <p:sp>
          <p:nvSpPr>
            <p:cNvPr id="11" name="Hexagon 10">
              <a:extLst>
                <a:ext uri="{FF2B5EF4-FFF2-40B4-BE49-F238E27FC236}">
                  <a16:creationId xmlns:a16="http://schemas.microsoft.com/office/drawing/2014/main" id="{7CBC08F4-7179-1522-0142-FC2B79FD0FAE}"/>
                </a:ext>
              </a:extLst>
            </p:cNvPr>
            <p:cNvSpPr/>
            <p:nvPr/>
          </p:nvSpPr>
          <p:spPr>
            <a:xfrm>
              <a:off x="2372789" y="2110700"/>
              <a:ext cx="3094337" cy="2591241"/>
            </a:xfrm>
            <a:prstGeom prst="hexag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logo of a bee&#10;&#10;AI-generated content may be incorrect.">
              <a:extLst>
                <a:ext uri="{FF2B5EF4-FFF2-40B4-BE49-F238E27FC236}">
                  <a16:creationId xmlns:a16="http://schemas.microsoft.com/office/drawing/2014/main" id="{B1B8B15C-2EE8-06E1-0746-8E8EA326A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32830" y="2190928"/>
              <a:ext cx="1299481" cy="1596212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C3EDB6-0A31-5785-B75C-71C3535EBC73}"/>
                </a:ext>
              </a:extLst>
            </p:cNvPr>
            <p:cNvSpPr txBox="1"/>
            <p:nvPr/>
          </p:nvSpPr>
          <p:spPr>
            <a:xfrm>
              <a:off x="2512295" y="3683490"/>
              <a:ext cx="2743199" cy="101566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ja-JP" sz="1200" b="1">
                  <a:highlight>
                    <a:srgbClr val="FFFFFF"/>
                  </a:highlight>
                  <a:latin typeface="Comic Sans MS"/>
                  <a:ea typeface="ＭＳ Ｐゴシック"/>
                </a:rPr>
                <a:t>山葵</a:t>
              </a:r>
              <a:endParaRPr lang="en-US" sz="1200">
                <a:highlight>
                  <a:srgbClr val="FFFFFF"/>
                </a:highlight>
                <a:latin typeface="Comic Sans MS"/>
                <a:ea typeface="ＭＳ Ｐゴシック"/>
              </a:endParaRPr>
            </a:p>
            <a:p>
              <a:pPr algn="ctr"/>
              <a:r>
                <a:rPr lang="ja-JP" sz="1200" b="1">
                  <a:highlight>
                    <a:srgbClr val="FFFFFF"/>
                  </a:highlight>
                  <a:latin typeface="Comic Sans MS"/>
                  <a:ea typeface="ＭＳ Ｐゴシック"/>
                </a:rPr>
                <a:t>わさび</a:t>
              </a:r>
              <a:endParaRPr lang="en-US" sz="1200">
                <a:highlight>
                  <a:srgbClr val="FFFFFF"/>
                </a:highlight>
                <a:latin typeface="Comic Sans MS"/>
                <a:ea typeface="ＭＳ Ｐゴシック"/>
              </a:endParaRPr>
            </a:p>
            <a:p>
              <a:pPr algn="ctr"/>
              <a:r>
                <a:rPr lang="ja-JP" sz="1200" b="1">
                  <a:highlight>
                    <a:srgbClr val="FFFFFF"/>
                  </a:highlight>
                  <a:latin typeface="Comic Sans MS"/>
                  <a:ea typeface="ＭＳ Ｐゴシック"/>
                </a:rPr>
                <a:t>ワサビ</a:t>
              </a:r>
              <a:endParaRPr lang="en-US" sz="1200">
                <a:highlight>
                  <a:srgbClr val="FFFFFF"/>
                </a:highlight>
                <a:latin typeface="Comic Sans MS"/>
              </a:endParaRPr>
            </a:p>
            <a:p>
              <a:pPr algn="ctr"/>
              <a:r>
                <a:rPr lang="en-US" sz="1200" b="1" err="1">
                  <a:highlight>
                    <a:srgbClr val="FFFFFF"/>
                  </a:highlight>
                  <a:latin typeface="Comic Sans MS"/>
                </a:rPr>
                <a:t>Wa</a:t>
              </a:r>
              <a:r>
                <a:rPr lang="en-US" sz="1200" b="1">
                  <a:highlight>
                    <a:srgbClr val="FFFFFF"/>
                  </a:highlight>
                  <a:latin typeface="Comic Sans MS"/>
                </a:rPr>
                <a:t>-</a:t>
              </a:r>
              <a:r>
                <a:rPr lang="en-US" sz="1200" b="1" err="1">
                  <a:highlight>
                    <a:srgbClr val="FFFFFF"/>
                  </a:highlight>
                  <a:latin typeface="Comic Sans MS"/>
                </a:rPr>
                <a:t>sa</a:t>
              </a:r>
              <a:r>
                <a:rPr lang="en-US" sz="1200" b="1">
                  <a:highlight>
                    <a:srgbClr val="FFFFFF"/>
                  </a:highlight>
                  <a:latin typeface="Comic Sans MS"/>
                </a:rPr>
                <a:t>-Bee</a:t>
              </a:r>
              <a:endParaRPr lang="en-US" sz="1200">
                <a:highlight>
                  <a:srgbClr val="FFFFFF"/>
                </a:highlight>
                <a:latin typeface="Comic Sans MS"/>
              </a:endParaRPr>
            </a:p>
            <a:p>
              <a:pPr algn="ctr"/>
              <a:r>
                <a:rPr lang="en-US" sz="1200" b="1">
                  <a:highlight>
                    <a:srgbClr val="FFFFFF"/>
                  </a:highlight>
                  <a:latin typeface="Comic Sans MS"/>
                </a:rPr>
                <a:t>Japanese  horseradish</a:t>
              </a:r>
              <a:endParaRPr lang="en-US" sz="1200">
                <a:highlight>
                  <a:srgbClr val="FFFFFF"/>
                </a:highlight>
                <a:latin typeface="Comic Sans MS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5444E16-4A35-7B46-7E77-F72DF2E25C7F}"/>
              </a:ext>
            </a:extLst>
          </p:cNvPr>
          <p:cNvGrpSpPr/>
          <p:nvPr/>
        </p:nvGrpSpPr>
        <p:grpSpPr>
          <a:xfrm>
            <a:off x="1957434" y="504771"/>
            <a:ext cx="3094337" cy="2749800"/>
            <a:chOff x="2372789" y="1952141"/>
            <a:chExt cx="3094337" cy="27498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961A5D5-C6AE-29DB-6917-0B430107DA93}"/>
                </a:ext>
              </a:extLst>
            </p:cNvPr>
            <p:cNvGrpSpPr/>
            <p:nvPr/>
          </p:nvGrpSpPr>
          <p:grpSpPr>
            <a:xfrm>
              <a:off x="2372789" y="2110700"/>
              <a:ext cx="3094337" cy="2591241"/>
              <a:chOff x="2372789" y="2110700"/>
              <a:chExt cx="3094337" cy="2591241"/>
            </a:xfrm>
          </p:grpSpPr>
          <p:sp>
            <p:nvSpPr>
              <p:cNvPr id="4" name="Hexagon 3">
                <a:extLst>
                  <a:ext uri="{FF2B5EF4-FFF2-40B4-BE49-F238E27FC236}">
                    <a16:creationId xmlns:a16="http://schemas.microsoft.com/office/drawing/2014/main" id="{33511B7C-CBB2-0245-F1DD-064464C7C00E}"/>
                  </a:ext>
                </a:extLst>
              </p:cNvPr>
              <p:cNvSpPr/>
              <p:nvPr/>
            </p:nvSpPr>
            <p:spPr>
              <a:xfrm>
                <a:off x="2372789" y="2110700"/>
                <a:ext cx="3094337" cy="259124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A3D0A34-C71D-3A17-C7B9-5122209B2103}"/>
                  </a:ext>
                </a:extLst>
              </p:cNvPr>
              <p:cNvSpPr txBox="1"/>
              <p:nvPr/>
            </p:nvSpPr>
            <p:spPr>
              <a:xfrm>
                <a:off x="2512295" y="3683490"/>
                <a:ext cx="2743199" cy="646331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び</a:t>
                </a:r>
                <a:endParaRPr lang="ja-JP" altLang="en-US" sz="1200">
                  <a:highlight>
                    <a:srgbClr val="FFFFFF"/>
                  </a:highlight>
                  <a:latin typeface="Comic Sans MS"/>
                  <a:ea typeface="ＭＳ Ｐゴシック"/>
                </a:endParaRPr>
              </a:p>
              <a:p>
                <a:pPr algn="ctr"/>
                <a:r>
                  <a:rPr lang="ja-JP" sz="1200" b="1">
                    <a:solidFill>
                      <a:srgbClr val="272320"/>
                    </a:solidFill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ビ</a:t>
                </a:r>
                <a:endParaRPr lang="ja-JP" altLang="en-US" sz="1200">
                  <a:solidFill>
                    <a:srgbClr val="272320"/>
                  </a:solidFill>
                  <a:highlight>
                    <a:srgbClr val="FFFFFF"/>
                  </a:highlight>
                  <a:latin typeface="Comic Sans MS"/>
                </a:endParaRPr>
              </a:p>
              <a:p>
                <a:pPr algn="ctr"/>
                <a:r>
                  <a:rPr lang="en-US" sz="1200" b="1">
                    <a:solidFill>
                      <a:srgbClr val="272320"/>
                    </a:solidFill>
                    <a:highlight>
                      <a:srgbClr val="FFFFFF"/>
                    </a:highlight>
                    <a:latin typeface="Comic Sans MS"/>
                  </a:rPr>
                  <a:t>Bee</a:t>
                </a:r>
                <a:endParaRPr lang="en-US"/>
              </a:p>
            </p:txBody>
          </p:sp>
        </p:grpSp>
        <p:pic>
          <p:nvPicPr>
            <p:cNvPr id="14" name="Picture 13" descr="A logo of a bee&#10;&#10;AI-generated content may be incorrect.">
              <a:extLst>
                <a:ext uri="{FF2B5EF4-FFF2-40B4-BE49-F238E27FC236}">
                  <a16:creationId xmlns:a16="http://schemas.microsoft.com/office/drawing/2014/main" id="{8F478CC3-9FBF-8BE9-B028-D698591D5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0936" y="1952141"/>
              <a:ext cx="1505213" cy="1765514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3C6226F-BF10-B1B1-DC01-26EC750ED358}"/>
              </a:ext>
            </a:extLst>
          </p:cNvPr>
          <p:cNvGrpSpPr/>
          <p:nvPr/>
        </p:nvGrpSpPr>
        <p:grpSpPr>
          <a:xfrm>
            <a:off x="1957261" y="3446997"/>
            <a:ext cx="3094337" cy="2591241"/>
            <a:chOff x="2372789" y="2110700"/>
            <a:chExt cx="3094337" cy="2591241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BA60224-A684-D793-9084-46E12CCF7E55}"/>
                </a:ext>
              </a:extLst>
            </p:cNvPr>
            <p:cNvGrpSpPr/>
            <p:nvPr/>
          </p:nvGrpSpPr>
          <p:grpSpPr>
            <a:xfrm>
              <a:off x="2372789" y="2110700"/>
              <a:ext cx="3094337" cy="2591241"/>
              <a:chOff x="2372789" y="2110700"/>
              <a:chExt cx="3094337" cy="2591241"/>
            </a:xfrm>
          </p:grpSpPr>
          <p:sp>
            <p:nvSpPr>
              <p:cNvPr id="19" name="Hexagon 18">
                <a:extLst>
                  <a:ext uri="{FF2B5EF4-FFF2-40B4-BE49-F238E27FC236}">
                    <a16:creationId xmlns:a16="http://schemas.microsoft.com/office/drawing/2014/main" id="{0D73B61B-D633-B8E9-4300-4AC7F89F52A0}"/>
                  </a:ext>
                </a:extLst>
              </p:cNvPr>
              <p:cNvSpPr/>
              <p:nvPr/>
            </p:nvSpPr>
            <p:spPr>
              <a:xfrm>
                <a:off x="2372789" y="2110700"/>
                <a:ext cx="3094337" cy="259124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E59382-501D-3B9A-DBB8-E9FA920D27B6}"/>
                  </a:ext>
                </a:extLst>
              </p:cNvPr>
              <p:cNvSpPr txBox="1"/>
              <p:nvPr/>
            </p:nvSpPr>
            <p:spPr>
              <a:xfrm>
                <a:off x="2542775" y="3409170"/>
                <a:ext cx="2743199" cy="830997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altLang="en-US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ち</a:t>
                </a:r>
                <a:r>
                  <a:rPr lang="ja-JP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び</a:t>
                </a:r>
                <a:endParaRPr lang="ja-JP" sz="1200">
                  <a:highlight>
                    <a:srgbClr val="FFFFFF"/>
                  </a:highlight>
                  <a:latin typeface="Comic Sans MS"/>
                  <a:ea typeface="ＭＳ Ｐゴシック"/>
                </a:endParaRPr>
              </a:p>
              <a:p>
                <a:pPr algn="ctr"/>
                <a:r>
                  <a:rPr lang="ja-JP" altLang="en-US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チ</a:t>
                </a:r>
                <a:r>
                  <a:rPr lang="ja-JP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ビ</a:t>
                </a:r>
                <a:endParaRPr lang="ja-JP" sz="1200">
                  <a:highlight>
                    <a:srgbClr val="FFFFFF"/>
                  </a:highlight>
                  <a:latin typeface="Comic Sans MS"/>
                </a:endParaRPr>
              </a:p>
              <a:p>
                <a:pPr algn="ctr"/>
                <a:r>
                  <a:rPr lang="en-US" sz="1200" b="1">
                    <a:highlight>
                      <a:srgbClr val="FFFFFF"/>
                    </a:highlight>
                    <a:latin typeface="Comic Sans MS"/>
                  </a:rPr>
                  <a:t>Chi-Bee</a:t>
                </a:r>
                <a:endParaRPr lang="ja-JP" altLang="en-US" sz="1200">
                  <a:highlight>
                    <a:srgbClr val="FFFFFF"/>
                  </a:highlight>
                  <a:latin typeface="Comic Sans MS"/>
                </a:endParaRPr>
              </a:p>
              <a:p>
                <a:pPr algn="ctr"/>
                <a:r>
                  <a:rPr lang="en-US" sz="1200" b="1">
                    <a:highlight>
                      <a:srgbClr val="FFFFFF"/>
                    </a:highlight>
                    <a:latin typeface="Comic Sans MS"/>
                  </a:rPr>
                  <a:t>Small, tiny, little one</a:t>
                </a:r>
                <a:endParaRPr lang="en-US" altLang="ja-JP"/>
              </a:p>
            </p:txBody>
          </p:sp>
        </p:grpSp>
        <p:pic>
          <p:nvPicPr>
            <p:cNvPr id="18" name="Picture 17" descr="A logo of a bee&#10;&#10;AI-generated content may be incorrect.">
              <a:extLst>
                <a:ext uri="{FF2B5EF4-FFF2-40B4-BE49-F238E27FC236}">
                  <a16:creationId xmlns:a16="http://schemas.microsoft.com/office/drawing/2014/main" id="{904953DE-3FE2-08A3-09BD-84CAF261C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16696" y="2399181"/>
              <a:ext cx="783853" cy="932394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6C02E42-44BC-5624-2D20-726B41949E93}"/>
              </a:ext>
            </a:extLst>
          </p:cNvPr>
          <p:cNvGrpSpPr/>
          <p:nvPr/>
        </p:nvGrpSpPr>
        <p:grpSpPr>
          <a:xfrm>
            <a:off x="7088061" y="3443422"/>
            <a:ext cx="3094337" cy="2625296"/>
            <a:chOff x="8286941" y="3585662"/>
            <a:chExt cx="3094337" cy="262529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780C39B-DDB4-1889-D70C-1C235DBEE107}"/>
                </a:ext>
              </a:extLst>
            </p:cNvPr>
            <p:cNvGrpSpPr/>
            <p:nvPr/>
          </p:nvGrpSpPr>
          <p:grpSpPr>
            <a:xfrm>
              <a:off x="8286941" y="3619717"/>
              <a:ext cx="3094337" cy="2591241"/>
              <a:chOff x="2372789" y="2110700"/>
              <a:chExt cx="3094337" cy="2591241"/>
            </a:xfrm>
          </p:grpSpPr>
          <p:sp>
            <p:nvSpPr>
              <p:cNvPr id="24" name="Hexagon 23">
                <a:extLst>
                  <a:ext uri="{FF2B5EF4-FFF2-40B4-BE49-F238E27FC236}">
                    <a16:creationId xmlns:a16="http://schemas.microsoft.com/office/drawing/2014/main" id="{CE1F926C-6210-40A9-3277-F03B9FA6AF40}"/>
                  </a:ext>
                </a:extLst>
              </p:cNvPr>
              <p:cNvSpPr/>
              <p:nvPr/>
            </p:nvSpPr>
            <p:spPr>
              <a:xfrm>
                <a:off x="2372789" y="2110700"/>
                <a:ext cx="3094337" cy="2591241"/>
              </a:xfrm>
              <a:prstGeom prst="hexago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4E4F7A2-B34A-78C3-AA3C-245A9F1038D4}"/>
                  </a:ext>
                </a:extLst>
              </p:cNvPr>
              <p:cNvSpPr txBox="1"/>
              <p:nvPr/>
            </p:nvSpPr>
            <p:spPr>
              <a:xfrm>
                <a:off x="2542775" y="3653010"/>
                <a:ext cx="2743199" cy="1015663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ja-JP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蛇</a:t>
                </a:r>
                <a:endParaRPr lang="ja-JP" altLang="en-US" sz="1200">
                  <a:highlight>
                    <a:srgbClr val="FFFFFF"/>
                  </a:highlight>
                  <a:latin typeface="Comic Sans MS"/>
                </a:endParaRPr>
              </a:p>
              <a:p>
                <a:pPr algn="ctr"/>
                <a:r>
                  <a:rPr lang="ja-JP" altLang="en-US" sz="1200" b="1">
                    <a:highlight>
                      <a:srgbClr val="FFFFFF"/>
                    </a:highlight>
                    <a:latin typeface="Comic Sans MS"/>
                  </a:rPr>
                  <a:t>へ</a:t>
                </a:r>
                <a:r>
                  <a:rPr lang="ja-JP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び</a:t>
                </a:r>
                <a:endParaRPr lang="ja-JP" sz="1200">
                  <a:highlight>
                    <a:srgbClr val="FFFFFF"/>
                  </a:highlight>
                  <a:latin typeface="Comic Sans MS"/>
                  <a:ea typeface="ＭＳ Ｐゴシック"/>
                </a:endParaRPr>
              </a:p>
              <a:p>
                <a:pPr algn="ctr"/>
                <a:r>
                  <a:rPr lang="ja-JP" altLang="en-US" sz="1200" b="1">
                    <a:highlight>
                      <a:srgbClr val="FFFFFF"/>
                    </a:highlight>
                    <a:latin typeface="Comic Sans MS"/>
                  </a:rPr>
                  <a:t>ヘ</a:t>
                </a:r>
                <a:r>
                  <a:rPr lang="ja-JP" sz="1200" b="1">
                    <a:highlight>
                      <a:srgbClr val="FFFFFF"/>
                    </a:highlight>
                    <a:latin typeface="Comic Sans MS"/>
                    <a:ea typeface="ＭＳ Ｐゴシック"/>
                  </a:rPr>
                  <a:t>ビ</a:t>
                </a:r>
                <a:endParaRPr lang="ja-JP" sz="1200">
                  <a:highlight>
                    <a:srgbClr val="FFFFFF"/>
                  </a:highlight>
                  <a:latin typeface="Comic Sans MS"/>
                </a:endParaRPr>
              </a:p>
              <a:p>
                <a:pPr algn="ctr"/>
                <a:r>
                  <a:rPr lang="en-US" sz="1200" b="1">
                    <a:highlight>
                      <a:srgbClr val="FFFFFF"/>
                    </a:highlight>
                    <a:latin typeface="Comic Sans MS"/>
                  </a:rPr>
                  <a:t>He-Bee</a:t>
                </a:r>
                <a:endParaRPr lang="ja-JP" altLang="en-US" sz="1200">
                  <a:highlight>
                    <a:srgbClr val="FFFFFF"/>
                  </a:highlight>
                  <a:latin typeface="Comic Sans MS"/>
                </a:endParaRPr>
              </a:p>
              <a:p>
                <a:pPr algn="ctr"/>
                <a:r>
                  <a:rPr lang="en-US" sz="1200" b="1">
                    <a:highlight>
                      <a:srgbClr val="FFFFFF"/>
                    </a:highlight>
                    <a:latin typeface="Comic Sans MS"/>
                  </a:rPr>
                  <a:t>Snake</a:t>
                </a:r>
                <a:endParaRPr lang="ja-JP"/>
              </a:p>
            </p:txBody>
          </p:sp>
        </p:grpSp>
        <p:pic>
          <p:nvPicPr>
            <p:cNvPr id="26" name="Picture 25" descr="A yellow and black bee&#10;&#10;AI-generated content may be incorrect.">
              <a:extLst>
                <a:ext uri="{FF2B5EF4-FFF2-40B4-BE49-F238E27FC236}">
                  <a16:creationId xmlns:a16="http://schemas.microsoft.com/office/drawing/2014/main" id="{4867DBA5-6E57-3D74-991D-FF8632FD0A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14438" y="3585662"/>
              <a:ext cx="1455420" cy="155955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1C69789-5B64-23F3-6824-51FC07AC80F3}"/>
              </a:ext>
            </a:extLst>
          </p:cNvPr>
          <p:cNvGrpSpPr/>
          <p:nvPr/>
        </p:nvGrpSpPr>
        <p:grpSpPr>
          <a:xfrm>
            <a:off x="7088234" y="663330"/>
            <a:ext cx="3094337" cy="2591241"/>
            <a:chOff x="2372789" y="2110700"/>
            <a:chExt cx="3094337" cy="2591241"/>
          </a:xfrm>
        </p:grpSpPr>
        <p:sp>
          <p:nvSpPr>
            <p:cNvPr id="30" name="Hexagon 29">
              <a:extLst>
                <a:ext uri="{FF2B5EF4-FFF2-40B4-BE49-F238E27FC236}">
                  <a16:creationId xmlns:a16="http://schemas.microsoft.com/office/drawing/2014/main" id="{AAB28018-A81A-676A-8308-7116B98237FA}"/>
                </a:ext>
              </a:extLst>
            </p:cNvPr>
            <p:cNvSpPr/>
            <p:nvPr/>
          </p:nvSpPr>
          <p:spPr>
            <a:xfrm>
              <a:off x="2372789" y="2110700"/>
              <a:ext cx="3094337" cy="2591241"/>
            </a:xfrm>
            <a:prstGeom prst="hexago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C7D0641-291E-034F-8E59-B046836E47E0}"/>
                </a:ext>
              </a:extLst>
            </p:cNvPr>
            <p:cNvSpPr txBox="1"/>
            <p:nvPr/>
          </p:nvSpPr>
          <p:spPr>
            <a:xfrm>
              <a:off x="2512295" y="3683490"/>
              <a:ext cx="2743199" cy="1015663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ja-JP" altLang="en-US" sz="1200" b="1">
                  <a:highlight>
                    <a:srgbClr val="FFFFFF"/>
                  </a:highlight>
                  <a:latin typeface="Comic Sans MS"/>
                  <a:ea typeface="ＭＳ Ｐゴシック"/>
                </a:rPr>
                <a:t>海老</a:t>
              </a:r>
              <a:endParaRPr lang="ja-JP" altLang="en-US" sz="1200">
                <a:highlight>
                  <a:srgbClr val="FFFFFF"/>
                </a:highlight>
                <a:latin typeface="Comic Sans MS"/>
                <a:ea typeface="ＭＳ Ｐゴシック"/>
              </a:endParaRPr>
            </a:p>
            <a:p>
              <a:pPr algn="ctr"/>
              <a:r>
                <a:rPr lang="ja-JP" altLang="en-US" sz="1200" b="1">
                  <a:highlight>
                    <a:srgbClr val="FFFFFF"/>
                  </a:highlight>
                  <a:latin typeface="Comic Sans MS"/>
                  <a:ea typeface="ＭＳ Ｐゴシック"/>
                </a:rPr>
                <a:t>え</a:t>
              </a:r>
              <a:r>
                <a:rPr lang="ja-JP" sz="1200" b="1">
                  <a:highlight>
                    <a:srgbClr val="FFFFFF"/>
                  </a:highlight>
                  <a:latin typeface="Comic Sans MS"/>
                  <a:ea typeface="ＭＳ Ｐゴシック"/>
                </a:rPr>
                <a:t>び</a:t>
              </a:r>
              <a:endParaRPr lang="ja-JP" sz="1200">
                <a:highlight>
                  <a:srgbClr val="FFFFFF"/>
                </a:highlight>
                <a:latin typeface="Comic Sans MS"/>
                <a:ea typeface="ＭＳ Ｐゴシック"/>
              </a:endParaRPr>
            </a:p>
            <a:p>
              <a:pPr algn="ctr"/>
              <a:r>
                <a:rPr lang="ja-JP" altLang="en-US" sz="1200" b="1">
                  <a:solidFill>
                    <a:srgbClr val="272320"/>
                  </a:solidFill>
                  <a:highlight>
                    <a:srgbClr val="FFFFFF"/>
                  </a:highlight>
                  <a:latin typeface="Comic Sans MS"/>
                  <a:ea typeface="ＭＳ Ｐゴシック"/>
                </a:rPr>
                <a:t>エ</a:t>
              </a:r>
              <a:r>
                <a:rPr lang="ja-JP" sz="1200" b="1">
                  <a:solidFill>
                    <a:srgbClr val="272320"/>
                  </a:solidFill>
                  <a:highlight>
                    <a:srgbClr val="FFFFFF"/>
                  </a:highlight>
                  <a:latin typeface="Comic Sans MS"/>
                  <a:ea typeface="ＭＳ Ｐゴシック"/>
                </a:rPr>
                <a:t>ビ</a:t>
              </a:r>
              <a:endParaRPr lang="ja-JP" sz="1200">
                <a:solidFill>
                  <a:srgbClr val="272320"/>
                </a:solidFill>
                <a:highlight>
                  <a:srgbClr val="FFFFFF"/>
                </a:highlight>
                <a:latin typeface="Comic Sans MS"/>
              </a:endParaRPr>
            </a:p>
            <a:p>
              <a:pPr algn="ctr"/>
              <a:r>
                <a:rPr lang="en-US" sz="1200" b="1">
                  <a:solidFill>
                    <a:srgbClr val="272320"/>
                  </a:solidFill>
                  <a:highlight>
                    <a:srgbClr val="FFFFFF"/>
                  </a:highlight>
                  <a:latin typeface="Comic Sans MS"/>
                </a:rPr>
                <a:t>E-Bee</a:t>
              </a:r>
              <a:endParaRPr lang="ja-JP" altLang="en-US" sz="1200">
                <a:solidFill>
                  <a:srgbClr val="272320"/>
                </a:solidFill>
                <a:highlight>
                  <a:srgbClr val="FFFFFF"/>
                </a:highlight>
                <a:latin typeface="Comic Sans MS"/>
              </a:endParaRPr>
            </a:p>
            <a:p>
              <a:pPr algn="ctr"/>
              <a:r>
                <a:rPr lang="en-US" sz="1200" b="1">
                  <a:solidFill>
                    <a:srgbClr val="272320"/>
                  </a:solidFill>
                  <a:highlight>
                    <a:srgbClr val="FFFFFF"/>
                  </a:highlight>
                  <a:latin typeface="Comic Sans MS"/>
                </a:rPr>
                <a:t>Shrimp</a:t>
              </a:r>
              <a:endParaRPr lang="en-US" altLang="ja-JP"/>
            </a:p>
          </p:txBody>
        </p:sp>
      </p:grpSp>
      <p:pic>
        <p:nvPicPr>
          <p:cNvPr id="33" name="Picture 32" descr="A drawing of a bee&#10;&#10;AI-generated content may be incorrect.">
            <a:extLst>
              <a:ext uri="{FF2B5EF4-FFF2-40B4-BE49-F238E27FC236}">
                <a16:creationId xmlns:a16="http://schemas.microsoft.com/office/drawing/2014/main" id="{61CA380C-59D9-F211-52AF-5306FDFE6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8533" y="669820"/>
            <a:ext cx="1642044" cy="1520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Bees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105</cp:revision>
  <dcterms:created xsi:type="dcterms:W3CDTF">2026-05-31T05:23:30Z</dcterms:created>
  <dcterms:modified xsi:type="dcterms:W3CDTF">2026-05-31T05:54:16Z</dcterms:modified>
</cp:coreProperties>
</file>